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4" r:id="rId1"/>
  </p:sldMasterIdLst>
  <p:notesMasterIdLst>
    <p:notesMasterId r:id="rId9"/>
  </p:notesMasterIdLst>
  <p:sldIdLst>
    <p:sldId id="256" r:id="rId2"/>
    <p:sldId id="263" r:id="rId3"/>
    <p:sldId id="283" r:id="rId4"/>
    <p:sldId id="280" r:id="rId5"/>
    <p:sldId id="292" r:id="rId6"/>
    <p:sldId id="293" r:id="rId7"/>
    <p:sldId id="294" r:id="rId8"/>
  </p:sldIdLst>
  <p:sldSz cx="9144000" cy="5143500" type="screen16x9"/>
  <p:notesSz cx="6858000" cy="9144000"/>
  <p:embeddedFontLst>
    <p:embeddedFont>
      <p:font typeface="Alata" panose="020B0604020202020204" charset="0"/>
      <p:regular r:id="rId10"/>
    </p:embeddedFont>
    <p:embeddedFont>
      <p:font typeface="Bebas Neue" panose="020B0606020202050201" pitchFamily="34" charset="0"/>
      <p:regular r:id="rId11"/>
    </p:embeddedFont>
    <p:embeddedFont>
      <p:font typeface="Manrope" panose="020B0604020202020204" charset="0"/>
      <p:regular r:id="rId12"/>
      <p:bold r:id="rId13"/>
    </p:embeddedFont>
    <p:embeddedFont>
      <p:font typeface="Nunito Light" pitchFamily="2" charset="0"/>
      <p:regular r:id="rId14"/>
      <p:italic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754FA1C-F3ED-484B-B674-6F4E077DF9FF}">
  <a:tblStyle styleId="{D754FA1C-F3ED-484B-B674-6F4E077DF9FF}"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D90E30B8-811E-4EE7-8B7D-E46006478F1D}"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7" d="100"/>
          <a:sy n="137" d="100"/>
        </p:scale>
        <p:origin x="780" y="-7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font" Target="fonts/font6.fntdata"/><Relationship Id="rId10" Type="http://schemas.openxmlformats.org/officeDocument/2006/relationships/font" Target="fonts/font1.fntdata"/><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6"/>
        <p:cNvGrpSpPr/>
        <p:nvPr/>
      </p:nvGrpSpPr>
      <p:grpSpPr>
        <a:xfrm>
          <a:off x="0" y="0"/>
          <a:ext cx="0" cy="0"/>
          <a:chOff x="0" y="0"/>
          <a:chExt cx="0" cy="0"/>
        </a:xfrm>
      </p:grpSpPr>
      <p:sp>
        <p:nvSpPr>
          <p:cNvPr id="1367" name="Google Shape;1367;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8" name="Google Shape;1368;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0"/>
        <p:cNvGrpSpPr/>
        <p:nvPr/>
      </p:nvGrpSpPr>
      <p:grpSpPr>
        <a:xfrm>
          <a:off x="0" y="0"/>
          <a:ext cx="0" cy="0"/>
          <a:chOff x="0" y="0"/>
          <a:chExt cx="0" cy="0"/>
        </a:xfrm>
      </p:grpSpPr>
      <p:sp>
        <p:nvSpPr>
          <p:cNvPr id="1511" name="Google Shape;1511;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2" name="Google Shape;1512;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9"/>
        <p:cNvGrpSpPr/>
        <p:nvPr/>
      </p:nvGrpSpPr>
      <p:grpSpPr>
        <a:xfrm>
          <a:off x="0" y="0"/>
          <a:ext cx="0" cy="0"/>
          <a:chOff x="0" y="0"/>
          <a:chExt cx="0" cy="0"/>
        </a:xfrm>
      </p:grpSpPr>
      <p:sp>
        <p:nvSpPr>
          <p:cNvPr id="1890" name="Google Shape;1890;g54dda1946d_4_26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1" name="Google Shape;1891;g54dda1946d_4_26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2"/>
        <p:cNvGrpSpPr/>
        <p:nvPr/>
      </p:nvGrpSpPr>
      <p:grpSpPr>
        <a:xfrm>
          <a:off x="0" y="0"/>
          <a:ext cx="0" cy="0"/>
          <a:chOff x="0" y="0"/>
          <a:chExt cx="0" cy="0"/>
        </a:xfrm>
      </p:grpSpPr>
      <p:sp>
        <p:nvSpPr>
          <p:cNvPr id="1823" name="Google Shape;1823;g54dda1946d_4_27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4" name="Google Shape;1824;g54dda1946d_4_27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6"/>
        <p:cNvGrpSpPr/>
        <p:nvPr/>
      </p:nvGrpSpPr>
      <p:grpSpPr>
        <a:xfrm>
          <a:off x="0" y="0"/>
          <a:ext cx="0" cy="0"/>
          <a:chOff x="0" y="0"/>
          <a:chExt cx="0" cy="0"/>
        </a:xfrm>
      </p:grpSpPr>
      <p:sp>
        <p:nvSpPr>
          <p:cNvPr id="2107" name="Google Shape;2107;g51b1a71d38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8" name="Google Shape;2108;g51b1a71d38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0" y="3302750"/>
            <a:ext cx="9144000" cy="18408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txBox="1">
            <a:spLocks noGrp="1"/>
          </p:cNvSpPr>
          <p:nvPr>
            <p:ph type="ctrTitle"/>
          </p:nvPr>
        </p:nvSpPr>
        <p:spPr>
          <a:xfrm>
            <a:off x="713225" y="544090"/>
            <a:ext cx="5669700" cy="19647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5200" b="1">
                <a:latin typeface="Manrope"/>
                <a:ea typeface="Manrope"/>
                <a:cs typeface="Manrope"/>
                <a:sym typeface="Manrope"/>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1" name="Google Shape;11;p2"/>
          <p:cNvSpPr txBox="1">
            <a:spLocks noGrp="1"/>
          </p:cNvSpPr>
          <p:nvPr>
            <p:ph type="subTitle" idx="1"/>
          </p:nvPr>
        </p:nvSpPr>
        <p:spPr>
          <a:xfrm>
            <a:off x="713225" y="2596019"/>
            <a:ext cx="4528800" cy="475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600">
                <a:solidFill>
                  <a:schemeClr val="dk1"/>
                </a:solidFill>
                <a:latin typeface="Alata"/>
                <a:ea typeface="Alata"/>
                <a:cs typeface="Alata"/>
                <a:sym typeface="Alata"/>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6"/>
        </a:solidFill>
        <a:effectLst/>
      </p:bgPr>
    </p:bg>
    <p:spTree>
      <p:nvGrpSpPr>
        <p:cNvPr id="1" name="Shape 306"/>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ext 4">
  <p:cSld name="TITLE_AND_BODY_1">
    <p:spTree>
      <p:nvGrpSpPr>
        <p:cNvPr id="1" name="Shape 497"/>
        <p:cNvGrpSpPr/>
        <p:nvPr/>
      </p:nvGrpSpPr>
      <p:grpSpPr>
        <a:xfrm>
          <a:off x="0" y="0"/>
          <a:ext cx="0" cy="0"/>
          <a:chOff x="0" y="0"/>
          <a:chExt cx="0" cy="0"/>
        </a:xfrm>
      </p:grpSpPr>
      <p:sp>
        <p:nvSpPr>
          <p:cNvPr id="498" name="Google Shape;498;p1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499" name="Google Shape;499;p19"/>
          <p:cNvSpPr txBox="1">
            <a:spLocks noGrp="1"/>
          </p:cNvSpPr>
          <p:nvPr>
            <p:ph type="body" idx="1"/>
          </p:nvPr>
        </p:nvSpPr>
        <p:spPr>
          <a:xfrm>
            <a:off x="720000" y="1215750"/>
            <a:ext cx="4955100" cy="28302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Font typeface="Nunito Light"/>
              <a:buChar char="●"/>
              <a:defRPr/>
            </a:lvl1pPr>
            <a:lvl2pPr marL="914400" lvl="1" indent="-317500" rtl="0">
              <a:lnSpc>
                <a:spcPct val="100000"/>
              </a:lnSpc>
              <a:spcBef>
                <a:spcPts val="0"/>
              </a:spcBef>
              <a:spcAft>
                <a:spcPts val="0"/>
              </a:spcAft>
              <a:buSzPts val="1400"/>
              <a:buFont typeface="Nunito Light"/>
              <a:buChar char="○"/>
              <a:defRPr/>
            </a:lvl2pPr>
            <a:lvl3pPr marL="1371600" lvl="2" indent="-317500" rtl="0">
              <a:lnSpc>
                <a:spcPct val="100000"/>
              </a:lnSpc>
              <a:spcBef>
                <a:spcPts val="0"/>
              </a:spcBef>
              <a:spcAft>
                <a:spcPts val="0"/>
              </a:spcAft>
              <a:buSzPts val="1400"/>
              <a:buFont typeface="Nunito Light"/>
              <a:buChar char="■"/>
              <a:defRPr/>
            </a:lvl3pPr>
            <a:lvl4pPr marL="1828800" lvl="3" indent="-317500" rtl="0">
              <a:lnSpc>
                <a:spcPct val="100000"/>
              </a:lnSpc>
              <a:spcBef>
                <a:spcPts val="0"/>
              </a:spcBef>
              <a:spcAft>
                <a:spcPts val="0"/>
              </a:spcAft>
              <a:buSzPts val="1400"/>
              <a:buFont typeface="Nunito Light"/>
              <a:buChar char="●"/>
              <a:defRPr/>
            </a:lvl4pPr>
            <a:lvl5pPr marL="2286000" lvl="4" indent="-317500" rtl="0">
              <a:lnSpc>
                <a:spcPct val="100000"/>
              </a:lnSpc>
              <a:spcBef>
                <a:spcPts val="0"/>
              </a:spcBef>
              <a:spcAft>
                <a:spcPts val="0"/>
              </a:spcAft>
              <a:buSzPts val="1400"/>
              <a:buFont typeface="Nunito Light"/>
              <a:buChar char="○"/>
              <a:defRPr/>
            </a:lvl5pPr>
            <a:lvl6pPr marL="2743200" lvl="5" indent="-317500" rtl="0">
              <a:lnSpc>
                <a:spcPct val="100000"/>
              </a:lnSpc>
              <a:spcBef>
                <a:spcPts val="0"/>
              </a:spcBef>
              <a:spcAft>
                <a:spcPts val="0"/>
              </a:spcAft>
              <a:buSzPts val="1400"/>
              <a:buFont typeface="Nunito Light"/>
              <a:buChar char="■"/>
              <a:defRPr/>
            </a:lvl6pPr>
            <a:lvl7pPr marL="3200400" lvl="6" indent="-317500" rtl="0">
              <a:lnSpc>
                <a:spcPct val="100000"/>
              </a:lnSpc>
              <a:spcBef>
                <a:spcPts val="0"/>
              </a:spcBef>
              <a:spcAft>
                <a:spcPts val="0"/>
              </a:spcAft>
              <a:buSzPts val="1400"/>
              <a:buFont typeface="Nunito Light"/>
              <a:buChar char="●"/>
              <a:defRPr/>
            </a:lvl7pPr>
            <a:lvl8pPr marL="3657600" lvl="7" indent="-317500" rtl="0">
              <a:lnSpc>
                <a:spcPct val="100000"/>
              </a:lnSpc>
              <a:spcBef>
                <a:spcPts val="0"/>
              </a:spcBef>
              <a:spcAft>
                <a:spcPts val="0"/>
              </a:spcAft>
              <a:buSzPts val="1400"/>
              <a:buFont typeface="Nunito Light"/>
              <a:buChar char="○"/>
              <a:defRPr/>
            </a:lvl8pPr>
            <a:lvl9pPr marL="4114800" lvl="8" indent="-317500" rtl="0">
              <a:lnSpc>
                <a:spcPct val="100000"/>
              </a:lnSpc>
              <a:spcBef>
                <a:spcPts val="0"/>
              </a:spcBef>
              <a:spcAft>
                <a:spcPts val="0"/>
              </a:spcAft>
              <a:buSzPts val="1400"/>
              <a:buFont typeface="Nunito Light"/>
              <a:buChar char="■"/>
              <a:defRPr/>
            </a:lvl9pPr>
          </a:lstStyle>
          <a:p>
            <a:endParaRPr/>
          </a:p>
        </p:txBody>
      </p:sp>
      <p:sp>
        <p:nvSpPr>
          <p:cNvPr id="500" name="Google Shape;500;p19"/>
          <p:cNvSpPr/>
          <p:nvPr/>
        </p:nvSpPr>
        <p:spPr>
          <a:xfrm flipH="1">
            <a:off x="11" y="4570900"/>
            <a:ext cx="9144000" cy="5727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01" name="Google Shape;501;p19"/>
          <p:cNvGrpSpPr/>
          <p:nvPr/>
        </p:nvGrpSpPr>
        <p:grpSpPr>
          <a:xfrm>
            <a:off x="6606971" y="1992712"/>
            <a:ext cx="2537029" cy="5143453"/>
            <a:chOff x="1463325" y="2079500"/>
            <a:chExt cx="516675" cy="1047525"/>
          </a:xfrm>
        </p:grpSpPr>
        <p:sp>
          <p:nvSpPr>
            <p:cNvPr id="502" name="Google Shape;502;p19"/>
            <p:cNvSpPr/>
            <p:nvPr/>
          </p:nvSpPr>
          <p:spPr>
            <a:xfrm>
              <a:off x="1463325" y="2079500"/>
              <a:ext cx="516675" cy="523975"/>
            </a:xfrm>
            <a:custGeom>
              <a:avLst/>
              <a:gdLst/>
              <a:ahLst/>
              <a:cxnLst/>
              <a:rect l="l" t="t" r="r" b="b"/>
              <a:pathLst>
                <a:path w="20667" h="20959" extrusionOk="0">
                  <a:moveTo>
                    <a:pt x="14013" y="20959"/>
                  </a:moveTo>
                  <a:lnTo>
                    <a:pt x="1" y="20959"/>
                  </a:lnTo>
                  <a:lnTo>
                    <a:pt x="1514" y="19446"/>
                  </a:lnTo>
                  <a:lnTo>
                    <a:pt x="3439" y="18277"/>
                  </a:lnTo>
                  <a:lnTo>
                    <a:pt x="2511" y="11142"/>
                  </a:lnTo>
                  <a:lnTo>
                    <a:pt x="4729" y="6998"/>
                  </a:lnTo>
                  <a:lnTo>
                    <a:pt x="7996" y="7290"/>
                  </a:lnTo>
                  <a:lnTo>
                    <a:pt x="9285" y="2046"/>
                  </a:lnTo>
                  <a:lnTo>
                    <a:pt x="11916" y="0"/>
                  </a:lnTo>
                  <a:lnTo>
                    <a:pt x="14993" y="1703"/>
                  </a:lnTo>
                  <a:lnTo>
                    <a:pt x="15285" y="10849"/>
                  </a:lnTo>
                  <a:lnTo>
                    <a:pt x="16816" y="13016"/>
                  </a:lnTo>
                  <a:lnTo>
                    <a:pt x="17211" y="18672"/>
                  </a:lnTo>
                  <a:lnTo>
                    <a:pt x="19910" y="19446"/>
                  </a:lnTo>
                  <a:lnTo>
                    <a:pt x="20667" y="20959"/>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19"/>
            <p:cNvSpPr/>
            <p:nvPr/>
          </p:nvSpPr>
          <p:spPr>
            <a:xfrm>
              <a:off x="1526075" y="2358025"/>
              <a:ext cx="101475" cy="245450"/>
            </a:xfrm>
            <a:custGeom>
              <a:avLst/>
              <a:gdLst/>
              <a:ahLst/>
              <a:cxnLst/>
              <a:rect l="l" t="t" r="r" b="b"/>
              <a:pathLst>
                <a:path w="4059" h="9818" extrusionOk="0">
                  <a:moveTo>
                    <a:pt x="1" y="1"/>
                  </a:moveTo>
                  <a:lnTo>
                    <a:pt x="3611" y="3714"/>
                  </a:lnTo>
                  <a:lnTo>
                    <a:pt x="4058" y="9818"/>
                  </a:lnTo>
                  <a:lnTo>
                    <a:pt x="929" y="7136"/>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19"/>
            <p:cNvSpPr/>
            <p:nvPr/>
          </p:nvSpPr>
          <p:spPr>
            <a:xfrm>
              <a:off x="1501150" y="2536400"/>
              <a:ext cx="126400" cy="67075"/>
            </a:xfrm>
            <a:custGeom>
              <a:avLst/>
              <a:gdLst/>
              <a:ahLst/>
              <a:cxnLst/>
              <a:rect l="l" t="t" r="r" b="b"/>
              <a:pathLst>
                <a:path w="5056" h="2683" extrusionOk="0">
                  <a:moveTo>
                    <a:pt x="1" y="1170"/>
                  </a:moveTo>
                  <a:lnTo>
                    <a:pt x="5055" y="2683"/>
                  </a:lnTo>
                  <a:lnTo>
                    <a:pt x="192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19"/>
            <p:cNvSpPr/>
            <p:nvPr/>
          </p:nvSpPr>
          <p:spPr>
            <a:xfrm>
              <a:off x="1627525" y="2529100"/>
              <a:ext cx="241575" cy="74375"/>
            </a:xfrm>
            <a:custGeom>
              <a:avLst/>
              <a:gdLst/>
              <a:ahLst/>
              <a:cxnLst/>
              <a:rect l="l" t="t" r="r" b="b"/>
              <a:pathLst>
                <a:path w="9663" h="2975" extrusionOk="0">
                  <a:moveTo>
                    <a:pt x="0" y="2975"/>
                  </a:moveTo>
                  <a:lnTo>
                    <a:pt x="5434" y="0"/>
                  </a:lnTo>
                  <a:lnTo>
                    <a:pt x="9405" y="1943"/>
                  </a:lnTo>
                  <a:lnTo>
                    <a:pt x="9663" y="2975"/>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19"/>
            <p:cNvSpPr/>
            <p:nvPr/>
          </p:nvSpPr>
          <p:spPr>
            <a:xfrm>
              <a:off x="1616350" y="2450875"/>
              <a:ext cx="147025" cy="152600"/>
            </a:xfrm>
            <a:custGeom>
              <a:avLst/>
              <a:gdLst/>
              <a:ahLst/>
              <a:cxnLst/>
              <a:rect l="l" t="t" r="r" b="b"/>
              <a:pathLst>
                <a:path w="5881" h="6104" extrusionOk="0">
                  <a:moveTo>
                    <a:pt x="5881" y="3129"/>
                  </a:moveTo>
                  <a:lnTo>
                    <a:pt x="4883" y="207"/>
                  </a:lnTo>
                  <a:lnTo>
                    <a:pt x="0" y="0"/>
                  </a:lnTo>
                  <a:lnTo>
                    <a:pt x="447" y="610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19"/>
            <p:cNvSpPr/>
            <p:nvPr/>
          </p:nvSpPr>
          <p:spPr>
            <a:xfrm>
              <a:off x="1663200" y="2130650"/>
              <a:ext cx="32250" cy="247175"/>
            </a:xfrm>
            <a:custGeom>
              <a:avLst/>
              <a:gdLst/>
              <a:ahLst/>
              <a:cxnLst/>
              <a:rect l="l" t="t" r="r" b="b"/>
              <a:pathLst>
                <a:path w="1290" h="9887" extrusionOk="0">
                  <a:moveTo>
                    <a:pt x="1" y="5244"/>
                  </a:moveTo>
                  <a:cubicBezTo>
                    <a:pt x="1" y="5244"/>
                    <a:pt x="1290" y="9886"/>
                    <a:pt x="1256" y="9783"/>
                  </a:cubicBezTo>
                  <a:cubicBezTo>
                    <a:pt x="1221" y="9663"/>
                    <a:pt x="1290" y="0"/>
                    <a:pt x="1290" y="0"/>
                  </a:cubicBezTo>
                  <a:lnTo>
                    <a:pt x="1" y="5244"/>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19"/>
            <p:cNvSpPr/>
            <p:nvPr/>
          </p:nvSpPr>
          <p:spPr>
            <a:xfrm>
              <a:off x="1761200" y="2079500"/>
              <a:ext cx="84275" cy="271250"/>
            </a:xfrm>
            <a:custGeom>
              <a:avLst/>
              <a:gdLst/>
              <a:ahLst/>
              <a:cxnLst/>
              <a:rect l="l" t="t" r="r" b="b"/>
              <a:pathLst>
                <a:path w="3371" h="10850" extrusionOk="0">
                  <a:moveTo>
                    <a:pt x="1" y="0"/>
                  </a:moveTo>
                  <a:lnTo>
                    <a:pt x="87" y="8442"/>
                  </a:lnTo>
                  <a:lnTo>
                    <a:pt x="1032" y="568"/>
                  </a:lnTo>
                  <a:lnTo>
                    <a:pt x="1926" y="1066"/>
                  </a:lnTo>
                  <a:lnTo>
                    <a:pt x="3370" y="10849"/>
                  </a:lnTo>
                  <a:lnTo>
                    <a:pt x="3078" y="1703"/>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19"/>
            <p:cNvSpPr/>
            <p:nvPr/>
          </p:nvSpPr>
          <p:spPr>
            <a:xfrm>
              <a:off x="1526075" y="2254450"/>
              <a:ext cx="90300" cy="196450"/>
            </a:xfrm>
            <a:custGeom>
              <a:avLst/>
              <a:gdLst/>
              <a:ahLst/>
              <a:cxnLst/>
              <a:rect l="l" t="t" r="r" b="b"/>
              <a:pathLst>
                <a:path w="3612" h="7858" extrusionOk="0">
                  <a:moveTo>
                    <a:pt x="2219" y="0"/>
                  </a:moveTo>
                  <a:lnTo>
                    <a:pt x="3611" y="7857"/>
                  </a:lnTo>
                  <a:lnTo>
                    <a:pt x="1" y="4144"/>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19"/>
            <p:cNvSpPr/>
            <p:nvPr/>
          </p:nvSpPr>
          <p:spPr>
            <a:xfrm>
              <a:off x="1738425" y="2290550"/>
              <a:ext cx="107050" cy="165500"/>
            </a:xfrm>
            <a:custGeom>
              <a:avLst/>
              <a:gdLst/>
              <a:ahLst/>
              <a:cxnLst/>
              <a:rect l="l" t="t" r="r" b="b"/>
              <a:pathLst>
                <a:path w="4282" h="6620" extrusionOk="0">
                  <a:moveTo>
                    <a:pt x="0" y="6620"/>
                  </a:moveTo>
                  <a:lnTo>
                    <a:pt x="998" y="0"/>
                  </a:lnTo>
                  <a:lnTo>
                    <a:pt x="4281" y="2407"/>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19"/>
            <p:cNvSpPr/>
            <p:nvPr/>
          </p:nvSpPr>
          <p:spPr>
            <a:xfrm>
              <a:off x="1738425" y="2350725"/>
              <a:ext cx="145300" cy="178400"/>
            </a:xfrm>
            <a:custGeom>
              <a:avLst/>
              <a:gdLst/>
              <a:ahLst/>
              <a:cxnLst/>
              <a:rect l="l" t="t" r="r" b="b"/>
              <a:pathLst>
                <a:path w="5812" h="7136" extrusionOk="0">
                  <a:moveTo>
                    <a:pt x="998" y="7135"/>
                  </a:moveTo>
                  <a:lnTo>
                    <a:pt x="5812" y="2167"/>
                  </a:lnTo>
                  <a:lnTo>
                    <a:pt x="4281" y="0"/>
                  </a:lnTo>
                  <a:lnTo>
                    <a:pt x="0" y="4213"/>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19"/>
            <p:cNvSpPr/>
            <p:nvPr/>
          </p:nvSpPr>
          <p:spPr>
            <a:xfrm>
              <a:off x="1832125" y="2404875"/>
              <a:ext cx="61500" cy="172825"/>
            </a:xfrm>
            <a:custGeom>
              <a:avLst/>
              <a:gdLst/>
              <a:ahLst/>
              <a:cxnLst/>
              <a:rect l="l" t="t" r="r" b="b"/>
              <a:pathLst>
                <a:path w="2460" h="6913" extrusionOk="0">
                  <a:moveTo>
                    <a:pt x="1221" y="6912"/>
                  </a:moveTo>
                  <a:lnTo>
                    <a:pt x="2459" y="5657"/>
                  </a:lnTo>
                  <a:lnTo>
                    <a:pt x="2064" y="1"/>
                  </a:lnTo>
                  <a:lnTo>
                    <a:pt x="0" y="6328"/>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19"/>
            <p:cNvSpPr/>
            <p:nvPr/>
          </p:nvSpPr>
          <p:spPr>
            <a:xfrm>
              <a:off x="1763350" y="2404875"/>
              <a:ext cx="120375" cy="158200"/>
            </a:xfrm>
            <a:custGeom>
              <a:avLst/>
              <a:gdLst/>
              <a:ahLst/>
              <a:cxnLst/>
              <a:rect l="l" t="t" r="r" b="b"/>
              <a:pathLst>
                <a:path w="4815" h="6328" extrusionOk="0">
                  <a:moveTo>
                    <a:pt x="2751" y="6328"/>
                  </a:moveTo>
                  <a:lnTo>
                    <a:pt x="1" y="4969"/>
                  </a:lnTo>
                  <a:lnTo>
                    <a:pt x="481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19"/>
            <p:cNvSpPr/>
            <p:nvPr/>
          </p:nvSpPr>
          <p:spPr>
            <a:xfrm>
              <a:off x="1862650" y="2546300"/>
              <a:ext cx="98450" cy="31400"/>
            </a:xfrm>
            <a:custGeom>
              <a:avLst/>
              <a:gdLst/>
              <a:ahLst/>
              <a:cxnLst/>
              <a:rect l="l" t="t" r="r" b="b"/>
              <a:pathLst>
                <a:path w="3938" h="1256" extrusionOk="0">
                  <a:moveTo>
                    <a:pt x="0" y="1255"/>
                  </a:moveTo>
                  <a:lnTo>
                    <a:pt x="3937" y="774"/>
                  </a:lnTo>
                  <a:lnTo>
                    <a:pt x="123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19"/>
            <p:cNvSpPr/>
            <p:nvPr/>
          </p:nvSpPr>
          <p:spPr>
            <a:xfrm>
              <a:off x="1616350" y="2416050"/>
              <a:ext cx="122100" cy="40000"/>
            </a:xfrm>
            <a:custGeom>
              <a:avLst/>
              <a:gdLst/>
              <a:ahLst/>
              <a:cxnLst/>
              <a:rect l="l" t="t" r="r" b="b"/>
              <a:pathLst>
                <a:path w="4884" h="1600" extrusionOk="0">
                  <a:moveTo>
                    <a:pt x="0" y="1393"/>
                  </a:moveTo>
                  <a:lnTo>
                    <a:pt x="2511" y="1"/>
                  </a:lnTo>
                  <a:lnTo>
                    <a:pt x="4883" y="160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19"/>
            <p:cNvSpPr/>
            <p:nvPr/>
          </p:nvSpPr>
          <p:spPr>
            <a:xfrm>
              <a:off x="1463325" y="2603450"/>
              <a:ext cx="516675" cy="523575"/>
            </a:xfrm>
            <a:custGeom>
              <a:avLst/>
              <a:gdLst/>
              <a:ahLst/>
              <a:cxnLst/>
              <a:rect l="l" t="t" r="r" b="b"/>
              <a:pathLst>
                <a:path w="20667" h="20943" extrusionOk="0">
                  <a:moveTo>
                    <a:pt x="757" y="1514"/>
                  </a:moveTo>
                  <a:lnTo>
                    <a:pt x="3439" y="2270"/>
                  </a:lnTo>
                  <a:lnTo>
                    <a:pt x="3852" y="7927"/>
                  </a:lnTo>
                  <a:lnTo>
                    <a:pt x="5365" y="10093"/>
                  </a:lnTo>
                  <a:lnTo>
                    <a:pt x="5657" y="19257"/>
                  </a:lnTo>
                  <a:lnTo>
                    <a:pt x="6826" y="19893"/>
                  </a:lnTo>
                  <a:lnTo>
                    <a:pt x="6826" y="19893"/>
                  </a:lnTo>
                  <a:lnTo>
                    <a:pt x="7720" y="20375"/>
                  </a:lnTo>
                  <a:lnTo>
                    <a:pt x="7720" y="20375"/>
                  </a:lnTo>
                  <a:lnTo>
                    <a:pt x="8752" y="20942"/>
                  </a:lnTo>
                  <a:lnTo>
                    <a:pt x="11383" y="18913"/>
                  </a:lnTo>
                  <a:lnTo>
                    <a:pt x="12672" y="13652"/>
                  </a:lnTo>
                  <a:lnTo>
                    <a:pt x="15939" y="13944"/>
                  </a:lnTo>
                  <a:lnTo>
                    <a:pt x="18157" y="9801"/>
                  </a:lnTo>
                  <a:lnTo>
                    <a:pt x="17211" y="2683"/>
                  </a:lnTo>
                  <a:lnTo>
                    <a:pt x="19154" y="1514"/>
                  </a:lnTo>
                  <a:lnTo>
                    <a:pt x="20667" y="1"/>
                  </a:lnTo>
                  <a:lnTo>
                    <a:pt x="14099" y="1"/>
                  </a:lnTo>
                  <a:lnTo>
                    <a:pt x="6654" y="1"/>
                  </a:lnTo>
                  <a:lnTo>
                    <a:pt x="4437" y="1"/>
                  </a:lnTo>
                  <a:lnTo>
                    <a:pt x="1" y="1"/>
                  </a:lnTo>
                  <a:close/>
                </a:path>
              </a:pathLst>
            </a:custGeom>
            <a:solidFill>
              <a:srgbClr val="36A3D2">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517"/>
        <p:cNvGrpSpPr/>
        <p:nvPr/>
      </p:nvGrpSpPr>
      <p:grpSpPr>
        <a:xfrm>
          <a:off x="0" y="0"/>
          <a:ext cx="0" cy="0"/>
          <a:chOff x="0" y="0"/>
          <a:chExt cx="0" cy="0"/>
        </a:xfrm>
      </p:grpSpPr>
      <p:sp>
        <p:nvSpPr>
          <p:cNvPr id="518" name="Google Shape;518;p2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519" name="Google Shape;519;p20"/>
          <p:cNvSpPr txBox="1">
            <a:spLocks noGrp="1"/>
          </p:cNvSpPr>
          <p:nvPr>
            <p:ph type="subTitle" idx="1"/>
          </p:nvPr>
        </p:nvSpPr>
        <p:spPr>
          <a:xfrm>
            <a:off x="4952185" y="2447423"/>
            <a:ext cx="2712900" cy="1010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20" name="Google Shape;520;p20"/>
          <p:cNvSpPr txBox="1">
            <a:spLocks noGrp="1"/>
          </p:cNvSpPr>
          <p:nvPr>
            <p:ph type="subTitle" idx="2"/>
          </p:nvPr>
        </p:nvSpPr>
        <p:spPr>
          <a:xfrm>
            <a:off x="1478913" y="2447423"/>
            <a:ext cx="2712900" cy="1010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21" name="Google Shape;521;p20"/>
          <p:cNvSpPr txBox="1">
            <a:spLocks noGrp="1"/>
          </p:cNvSpPr>
          <p:nvPr>
            <p:ph type="subTitle" idx="3"/>
          </p:nvPr>
        </p:nvSpPr>
        <p:spPr>
          <a:xfrm>
            <a:off x="1478925" y="2033925"/>
            <a:ext cx="2712900" cy="484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200" b="1">
                <a:solidFill>
                  <a:schemeClr val="dk1"/>
                </a:solidFill>
                <a:latin typeface="Manrope"/>
                <a:ea typeface="Manrope"/>
                <a:cs typeface="Manrope"/>
                <a:sym typeface="Manrop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522" name="Google Shape;522;p20"/>
          <p:cNvSpPr txBox="1">
            <a:spLocks noGrp="1"/>
          </p:cNvSpPr>
          <p:nvPr>
            <p:ph type="subTitle" idx="4"/>
          </p:nvPr>
        </p:nvSpPr>
        <p:spPr>
          <a:xfrm>
            <a:off x="4952200" y="2033925"/>
            <a:ext cx="2712900" cy="484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200" b="1">
                <a:solidFill>
                  <a:schemeClr val="dk1"/>
                </a:solidFill>
                <a:latin typeface="Manrope"/>
                <a:ea typeface="Manrope"/>
                <a:cs typeface="Manrope"/>
                <a:sym typeface="Manrop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523" name="Google Shape;523;p20"/>
          <p:cNvSpPr/>
          <p:nvPr/>
        </p:nvSpPr>
        <p:spPr>
          <a:xfrm>
            <a:off x="0" y="4570900"/>
            <a:ext cx="9144000" cy="5727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24" name="Google Shape;524;p20"/>
          <p:cNvGrpSpPr/>
          <p:nvPr/>
        </p:nvGrpSpPr>
        <p:grpSpPr>
          <a:xfrm>
            <a:off x="-1136593" y="3233518"/>
            <a:ext cx="2212151" cy="2650219"/>
            <a:chOff x="6260362" y="1343303"/>
            <a:chExt cx="3262760" cy="3908878"/>
          </a:xfrm>
        </p:grpSpPr>
        <p:sp>
          <p:nvSpPr>
            <p:cNvPr id="525" name="Google Shape;525;p20"/>
            <p:cNvSpPr/>
            <p:nvPr/>
          </p:nvSpPr>
          <p:spPr>
            <a:xfrm>
              <a:off x="6260362" y="3282812"/>
              <a:ext cx="3262760" cy="1969369"/>
            </a:xfrm>
            <a:custGeom>
              <a:avLst/>
              <a:gdLst/>
              <a:ahLst/>
              <a:cxnLst/>
              <a:rect l="l" t="t" r="r" b="b"/>
              <a:pathLst>
                <a:path w="45236" h="27304" extrusionOk="0">
                  <a:moveTo>
                    <a:pt x="29143" y="1"/>
                  </a:moveTo>
                  <a:lnTo>
                    <a:pt x="29109" y="121"/>
                  </a:lnTo>
                  <a:lnTo>
                    <a:pt x="8099" y="121"/>
                  </a:lnTo>
                  <a:cubicBezTo>
                    <a:pt x="7824" y="138"/>
                    <a:pt x="7291" y="172"/>
                    <a:pt x="7291" y="172"/>
                  </a:cubicBezTo>
                  <a:lnTo>
                    <a:pt x="654" y="172"/>
                  </a:lnTo>
                  <a:lnTo>
                    <a:pt x="1" y="138"/>
                  </a:lnTo>
                  <a:lnTo>
                    <a:pt x="620" y="2855"/>
                  </a:lnTo>
                  <a:lnTo>
                    <a:pt x="620" y="2837"/>
                  </a:lnTo>
                  <a:lnTo>
                    <a:pt x="1049" y="3078"/>
                  </a:lnTo>
                  <a:lnTo>
                    <a:pt x="3714" y="4471"/>
                  </a:lnTo>
                  <a:lnTo>
                    <a:pt x="4265" y="9130"/>
                  </a:lnTo>
                  <a:lnTo>
                    <a:pt x="4265" y="9147"/>
                  </a:lnTo>
                  <a:cubicBezTo>
                    <a:pt x="4282" y="9199"/>
                    <a:pt x="4299" y="9268"/>
                    <a:pt x="4316" y="9302"/>
                  </a:cubicBezTo>
                  <a:lnTo>
                    <a:pt x="4282" y="9182"/>
                  </a:lnTo>
                  <a:lnTo>
                    <a:pt x="5778" y="12397"/>
                  </a:lnTo>
                  <a:lnTo>
                    <a:pt x="5778" y="17967"/>
                  </a:lnTo>
                  <a:cubicBezTo>
                    <a:pt x="5778" y="17967"/>
                    <a:pt x="5778" y="17985"/>
                    <a:pt x="5795" y="18002"/>
                  </a:cubicBezTo>
                  <a:cubicBezTo>
                    <a:pt x="6035" y="18260"/>
                    <a:pt x="8219" y="19360"/>
                    <a:pt x="8632" y="19566"/>
                  </a:cubicBezTo>
                  <a:lnTo>
                    <a:pt x="8666" y="19601"/>
                  </a:lnTo>
                  <a:lnTo>
                    <a:pt x="8700" y="19601"/>
                  </a:lnTo>
                  <a:lnTo>
                    <a:pt x="8718" y="19704"/>
                  </a:lnTo>
                  <a:lnTo>
                    <a:pt x="8752" y="19807"/>
                  </a:lnTo>
                  <a:lnTo>
                    <a:pt x="8786" y="19876"/>
                  </a:lnTo>
                  <a:lnTo>
                    <a:pt x="8821" y="20013"/>
                  </a:lnTo>
                  <a:lnTo>
                    <a:pt x="8872" y="20168"/>
                  </a:lnTo>
                  <a:cubicBezTo>
                    <a:pt x="8941" y="20374"/>
                    <a:pt x="9010" y="20564"/>
                    <a:pt x="9044" y="20615"/>
                  </a:cubicBezTo>
                  <a:lnTo>
                    <a:pt x="9044" y="20649"/>
                  </a:lnTo>
                  <a:lnTo>
                    <a:pt x="10454" y="21182"/>
                  </a:lnTo>
                  <a:lnTo>
                    <a:pt x="11193" y="21475"/>
                  </a:lnTo>
                  <a:lnTo>
                    <a:pt x="11572" y="22334"/>
                  </a:lnTo>
                  <a:lnTo>
                    <a:pt x="13463" y="23486"/>
                  </a:lnTo>
                  <a:lnTo>
                    <a:pt x="13772" y="23418"/>
                  </a:lnTo>
                  <a:lnTo>
                    <a:pt x="15148" y="23108"/>
                  </a:lnTo>
                  <a:lnTo>
                    <a:pt x="15337" y="23847"/>
                  </a:lnTo>
                  <a:lnTo>
                    <a:pt x="15337" y="23865"/>
                  </a:lnTo>
                  <a:lnTo>
                    <a:pt x="15337" y="23882"/>
                  </a:lnTo>
                  <a:cubicBezTo>
                    <a:pt x="15354" y="23968"/>
                    <a:pt x="15371" y="24054"/>
                    <a:pt x="15388" y="24140"/>
                  </a:cubicBezTo>
                  <a:cubicBezTo>
                    <a:pt x="15406" y="24174"/>
                    <a:pt x="15406" y="24191"/>
                    <a:pt x="15423" y="24208"/>
                  </a:cubicBezTo>
                  <a:cubicBezTo>
                    <a:pt x="15423" y="24226"/>
                    <a:pt x="15423" y="24243"/>
                    <a:pt x="15440" y="24260"/>
                  </a:cubicBezTo>
                  <a:cubicBezTo>
                    <a:pt x="15440" y="24312"/>
                    <a:pt x="15457" y="24346"/>
                    <a:pt x="15474" y="24380"/>
                  </a:cubicBezTo>
                  <a:lnTo>
                    <a:pt x="15526" y="24552"/>
                  </a:lnTo>
                  <a:lnTo>
                    <a:pt x="17555" y="24982"/>
                  </a:lnTo>
                  <a:lnTo>
                    <a:pt x="17641" y="24999"/>
                  </a:lnTo>
                  <a:lnTo>
                    <a:pt x="17658" y="24999"/>
                  </a:lnTo>
                  <a:lnTo>
                    <a:pt x="19773" y="25481"/>
                  </a:lnTo>
                  <a:lnTo>
                    <a:pt x="23624" y="26650"/>
                  </a:lnTo>
                  <a:lnTo>
                    <a:pt x="25309" y="27149"/>
                  </a:lnTo>
                  <a:lnTo>
                    <a:pt x="25825" y="27303"/>
                  </a:lnTo>
                  <a:lnTo>
                    <a:pt x="26478" y="26753"/>
                  </a:lnTo>
                  <a:lnTo>
                    <a:pt x="27406" y="26839"/>
                  </a:lnTo>
                  <a:lnTo>
                    <a:pt x="28644" y="25773"/>
                  </a:lnTo>
                  <a:lnTo>
                    <a:pt x="30295" y="25997"/>
                  </a:lnTo>
                  <a:lnTo>
                    <a:pt x="30346" y="25928"/>
                  </a:lnTo>
                  <a:lnTo>
                    <a:pt x="30432" y="25825"/>
                  </a:lnTo>
                  <a:lnTo>
                    <a:pt x="30518" y="25739"/>
                  </a:lnTo>
                  <a:lnTo>
                    <a:pt x="31945" y="24140"/>
                  </a:lnTo>
                  <a:lnTo>
                    <a:pt x="32031" y="24037"/>
                  </a:lnTo>
                  <a:lnTo>
                    <a:pt x="32135" y="23916"/>
                  </a:lnTo>
                  <a:lnTo>
                    <a:pt x="32324" y="23710"/>
                  </a:lnTo>
                  <a:lnTo>
                    <a:pt x="32530" y="23486"/>
                  </a:lnTo>
                  <a:lnTo>
                    <a:pt x="32530" y="23469"/>
                  </a:lnTo>
                  <a:lnTo>
                    <a:pt x="34301" y="23108"/>
                  </a:lnTo>
                  <a:lnTo>
                    <a:pt x="34765" y="21612"/>
                  </a:lnTo>
                  <a:lnTo>
                    <a:pt x="35453" y="18999"/>
                  </a:lnTo>
                  <a:lnTo>
                    <a:pt x="35453" y="18965"/>
                  </a:lnTo>
                  <a:lnTo>
                    <a:pt x="35780" y="17795"/>
                  </a:lnTo>
                  <a:lnTo>
                    <a:pt x="37378" y="12053"/>
                  </a:lnTo>
                  <a:lnTo>
                    <a:pt x="38410" y="9715"/>
                  </a:lnTo>
                  <a:lnTo>
                    <a:pt x="41642" y="7015"/>
                  </a:lnTo>
                  <a:lnTo>
                    <a:pt x="42605" y="6207"/>
                  </a:lnTo>
                  <a:lnTo>
                    <a:pt x="44221" y="3783"/>
                  </a:lnTo>
                  <a:lnTo>
                    <a:pt x="44221" y="3766"/>
                  </a:lnTo>
                  <a:lnTo>
                    <a:pt x="44359" y="3198"/>
                  </a:lnTo>
                  <a:lnTo>
                    <a:pt x="45184" y="121"/>
                  </a:lnTo>
                  <a:lnTo>
                    <a:pt x="45236" y="121"/>
                  </a:lnTo>
                  <a:lnTo>
                    <a:pt x="45184" y="104"/>
                  </a:lnTo>
                  <a:lnTo>
                    <a:pt x="44943" y="104"/>
                  </a:lnTo>
                  <a:cubicBezTo>
                    <a:pt x="44857" y="104"/>
                    <a:pt x="44789" y="121"/>
                    <a:pt x="44720" y="121"/>
                  </a:cubicBezTo>
                  <a:lnTo>
                    <a:pt x="42003" y="121"/>
                  </a:lnTo>
                  <a:lnTo>
                    <a:pt x="41299" y="104"/>
                  </a:lnTo>
                  <a:lnTo>
                    <a:pt x="40439" y="104"/>
                  </a:lnTo>
                  <a:cubicBezTo>
                    <a:pt x="40404" y="104"/>
                    <a:pt x="40353" y="86"/>
                    <a:pt x="40318" y="86"/>
                  </a:cubicBezTo>
                  <a:lnTo>
                    <a:pt x="38771" y="86"/>
                  </a:lnTo>
                  <a:cubicBezTo>
                    <a:pt x="38651" y="69"/>
                    <a:pt x="38548" y="69"/>
                    <a:pt x="38444" y="69"/>
                  </a:cubicBezTo>
                  <a:lnTo>
                    <a:pt x="37293" y="69"/>
                  </a:lnTo>
                  <a:cubicBezTo>
                    <a:pt x="37000" y="69"/>
                    <a:pt x="36845" y="52"/>
                    <a:pt x="36845" y="52"/>
                  </a:cubicBezTo>
                  <a:cubicBezTo>
                    <a:pt x="36845" y="52"/>
                    <a:pt x="36622" y="69"/>
                    <a:pt x="36295" y="69"/>
                  </a:cubicBezTo>
                  <a:lnTo>
                    <a:pt x="33510" y="69"/>
                  </a:lnTo>
                  <a:lnTo>
                    <a:pt x="31739" y="86"/>
                  </a:lnTo>
                  <a:lnTo>
                    <a:pt x="30931" y="86"/>
                  </a:lnTo>
                  <a:cubicBezTo>
                    <a:pt x="30897" y="69"/>
                    <a:pt x="30862" y="69"/>
                    <a:pt x="30811" y="69"/>
                  </a:cubicBezTo>
                  <a:lnTo>
                    <a:pt x="30690" y="69"/>
                  </a:lnTo>
                  <a:cubicBezTo>
                    <a:pt x="30536" y="52"/>
                    <a:pt x="30346" y="52"/>
                    <a:pt x="30140" y="52"/>
                  </a:cubicBezTo>
                  <a:cubicBezTo>
                    <a:pt x="29848" y="35"/>
                    <a:pt x="29504" y="18"/>
                    <a:pt x="29143" y="1"/>
                  </a:cubicBezTo>
                  <a:close/>
                </a:path>
              </a:pathLst>
            </a:custGeom>
            <a:solidFill>
              <a:srgbClr val="36A3D2">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20"/>
            <p:cNvSpPr/>
            <p:nvPr/>
          </p:nvSpPr>
          <p:spPr>
            <a:xfrm>
              <a:off x="6260362" y="3044719"/>
              <a:ext cx="3261533" cy="269180"/>
            </a:xfrm>
            <a:custGeom>
              <a:avLst/>
              <a:gdLst/>
              <a:ahLst/>
              <a:cxnLst/>
              <a:rect l="l" t="t" r="r" b="b"/>
              <a:pathLst>
                <a:path w="45219" h="3732" extrusionOk="0">
                  <a:moveTo>
                    <a:pt x="45219" y="3525"/>
                  </a:moveTo>
                  <a:cubicBezTo>
                    <a:pt x="44531" y="3508"/>
                    <a:pt x="43860" y="3456"/>
                    <a:pt x="43293" y="3387"/>
                  </a:cubicBezTo>
                  <a:cubicBezTo>
                    <a:pt x="43276" y="3387"/>
                    <a:pt x="43259" y="3387"/>
                    <a:pt x="43259" y="3370"/>
                  </a:cubicBezTo>
                  <a:lnTo>
                    <a:pt x="43241" y="3370"/>
                  </a:lnTo>
                  <a:cubicBezTo>
                    <a:pt x="43069" y="3353"/>
                    <a:pt x="42897" y="3336"/>
                    <a:pt x="42743" y="3302"/>
                  </a:cubicBezTo>
                  <a:lnTo>
                    <a:pt x="42743" y="3302"/>
                  </a:lnTo>
                  <a:cubicBezTo>
                    <a:pt x="42743" y="3302"/>
                    <a:pt x="42743" y="3302"/>
                    <a:pt x="42743" y="3302"/>
                  </a:cubicBezTo>
                  <a:lnTo>
                    <a:pt x="42743" y="3302"/>
                  </a:lnTo>
                  <a:lnTo>
                    <a:pt x="42640" y="3302"/>
                  </a:lnTo>
                  <a:lnTo>
                    <a:pt x="42588" y="3302"/>
                  </a:lnTo>
                  <a:lnTo>
                    <a:pt x="42468" y="3319"/>
                  </a:lnTo>
                  <a:cubicBezTo>
                    <a:pt x="41746" y="3353"/>
                    <a:pt x="39992" y="3456"/>
                    <a:pt x="37963" y="3559"/>
                  </a:cubicBezTo>
                  <a:cubicBezTo>
                    <a:pt x="37688" y="3577"/>
                    <a:pt x="37413" y="3594"/>
                    <a:pt x="37138" y="3611"/>
                  </a:cubicBezTo>
                  <a:lnTo>
                    <a:pt x="16128" y="3611"/>
                  </a:lnTo>
                  <a:lnTo>
                    <a:pt x="16093" y="3731"/>
                  </a:lnTo>
                  <a:cubicBezTo>
                    <a:pt x="15732" y="3714"/>
                    <a:pt x="15406" y="3697"/>
                    <a:pt x="15113" y="3680"/>
                  </a:cubicBezTo>
                  <a:cubicBezTo>
                    <a:pt x="14890" y="3680"/>
                    <a:pt x="14701" y="3663"/>
                    <a:pt x="14546" y="3663"/>
                  </a:cubicBezTo>
                  <a:cubicBezTo>
                    <a:pt x="14512" y="3663"/>
                    <a:pt x="14460" y="3663"/>
                    <a:pt x="14426" y="3663"/>
                  </a:cubicBezTo>
                  <a:cubicBezTo>
                    <a:pt x="14374" y="3663"/>
                    <a:pt x="14340" y="3645"/>
                    <a:pt x="14305" y="3645"/>
                  </a:cubicBezTo>
                  <a:cubicBezTo>
                    <a:pt x="14202" y="3645"/>
                    <a:pt x="14133" y="3645"/>
                    <a:pt x="14082" y="3645"/>
                  </a:cubicBezTo>
                  <a:cubicBezTo>
                    <a:pt x="13927" y="3645"/>
                    <a:pt x="13738" y="3645"/>
                    <a:pt x="13497" y="3645"/>
                  </a:cubicBezTo>
                  <a:lnTo>
                    <a:pt x="13497" y="3645"/>
                  </a:lnTo>
                  <a:lnTo>
                    <a:pt x="11726" y="3663"/>
                  </a:lnTo>
                  <a:lnTo>
                    <a:pt x="10832" y="3663"/>
                  </a:lnTo>
                  <a:lnTo>
                    <a:pt x="10643" y="3663"/>
                  </a:lnTo>
                  <a:lnTo>
                    <a:pt x="10196" y="3663"/>
                  </a:lnTo>
                  <a:lnTo>
                    <a:pt x="10127" y="3663"/>
                  </a:lnTo>
                  <a:cubicBezTo>
                    <a:pt x="9973" y="3663"/>
                    <a:pt x="9818" y="3663"/>
                    <a:pt x="9646" y="3663"/>
                  </a:cubicBezTo>
                  <a:lnTo>
                    <a:pt x="9594" y="3663"/>
                  </a:lnTo>
                  <a:cubicBezTo>
                    <a:pt x="9354" y="3663"/>
                    <a:pt x="9130" y="3663"/>
                    <a:pt x="8941" y="3663"/>
                  </a:cubicBezTo>
                  <a:cubicBezTo>
                    <a:pt x="8614" y="3663"/>
                    <a:pt x="8391" y="3663"/>
                    <a:pt x="8391" y="3663"/>
                  </a:cubicBezTo>
                  <a:cubicBezTo>
                    <a:pt x="8391" y="3663"/>
                    <a:pt x="8236" y="3663"/>
                    <a:pt x="7944" y="3663"/>
                  </a:cubicBezTo>
                  <a:cubicBezTo>
                    <a:pt x="7858" y="3663"/>
                    <a:pt x="7755" y="3663"/>
                    <a:pt x="7634" y="3663"/>
                  </a:cubicBezTo>
                  <a:cubicBezTo>
                    <a:pt x="7600" y="3663"/>
                    <a:pt x="7566" y="3663"/>
                    <a:pt x="7514" y="3663"/>
                  </a:cubicBezTo>
                  <a:lnTo>
                    <a:pt x="7428" y="3663"/>
                  </a:lnTo>
                  <a:cubicBezTo>
                    <a:pt x="7359" y="3663"/>
                    <a:pt x="7291" y="3663"/>
                    <a:pt x="7205" y="3663"/>
                  </a:cubicBezTo>
                  <a:cubicBezTo>
                    <a:pt x="7084" y="3663"/>
                    <a:pt x="6929" y="3663"/>
                    <a:pt x="6792" y="3645"/>
                  </a:cubicBezTo>
                  <a:cubicBezTo>
                    <a:pt x="6689" y="3645"/>
                    <a:pt x="6586" y="3645"/>
                    <a:pt x="6465" y="3645"/>
                  </a:cubicBezTo>
                  <a:cubicBezTo>
                    <a:pt x="6448" y="3645"/>
                    <a:pt x="6431" y="3645"/>
                    <a:pt x="6396" y="3645"/>
                  </a:cubicBezTo>
                  <a:cubicBezTo>
                    <a:pt x="6259" y="3645"/>
                    <a:pt x="6087" y="3645"/>
                    <a:pt x="5932" y="3645"/>
                  </a:cubicBezTo>
                  <a:cubicBezTo>
                    <a:pt x="5760" y="3645"/>
                    <a:pt x="5571" y="3645"/>
                    <a:pt x="5399" y="3645"/>
                  </a:cubicBezTo>
                  <a:cubicBezTo>
                    <a:pt x="5279" y="3645"/>
                    <a:pt x="5176" y="3628"/>
                    <a:pt x="5055" y="3628"/>
                  </a:cubicBezTo>
                  <a:cubicBezTo>
                    <a:pt x="5004" y="3628"/>
                    <a:pt x="4969" y="3628"/>
                    <a:pt x="4918" y="3628"/>
                  </a:cubicBezTo>
                  <a:cubicBezTo>
                    <a:pt x="4883" y="3628"/>
                    <a:pt x="4832" y="3628"/>
                    <a:pt x="4798" y="3628"/>
                  </a:cubicBezTo>
                  <a:cubicBezTo>
                    <a:pt x="4712" y="3628"/>
                    <a:pt x="4643" y="3628"/>
                    <a:pt x="4557" y="3628"/>
                  </a:cubicBezTo>
                  <a:cubicBezTo>
                    <a:pt x="4488" y="3628"/>
                    <a:pt x="4419" y="3628"/>
                    <a:pt x="4351" y="3628"/>
                  </a:cubicBezTo>
                  <a:lnTo>
                    <a:pt x="4144" y="3628"/>
                  </a:lnTo>
                  <a:lnTo>
                    <a:pt x="4093" y="3628"/>
                  </a:lnTo>
                  <a:lnTo>
                    <a:pt x="3938" y="3628"/>
                  </a:lnTo>
                  <a:lnTo>
                    <a:pt x="3233" y="3611"/>
                  </a:lnTo>
                  <a:lnTo>
                    <a:pt x="516" y="3611"/>
                  </a:lnTo>
                  <a:cubicBezTo>
                    <a:pt x="448" y="3611"/>
                    <a:pt x="379" y="3611"/>
                    <a:pt x="293" y="3628"/>
                  </a:cubicBezTo>
                  <a:cubicBezTo>
                    <a:pt x="241" y="3628"/>
                    <a:pt x="173" y="3628"/>
                    <a:pt x="104" y="3628"/>
                  </a:cubicBezTo>
                  <a:lnTo>
                    <a:pt x="104" y="3628"/>
                  </a:lnTo>
                  <a:cubicBezTo>
                    <a:pt x="87" y="3628"/>
                    <a:pt x="69" y="3628"/>
                    <a:pt x="52" y="3628"/>
                  </a:cubicBezTo>
                  <a:lnTo>
                    <a:pt x="52" y="3628"/>
                  </a:lnTo>
                  <a:lnTo>
                    <a:pt x="1" y="3611"/>
                  </a:lnTo>
                  <a:cubicBezTo>
                    <a:pt x="18" y="3611"/>
                    <a:pt x="35" y="3611"/>
                    <a:pt x="52" y="3611"/>
                  </a:cubicBezTo>
                  <a:lnTo>
                    <a:pt x="52" y="3611"/>
                  </a:lnTo>
                  <a:lnTo>
                    <a:pt x="877" y="533"/>
                  </a:lnTo>
                  <a:lnTo>
                    <a:pt x="3078" y="533"/>
                  </a:lnTo>
                  <a:cubicBezTo>
                    <a:pt x="3078" y="533"/>
                    <a:pt x="3199" y="533"/>
                    <a:pt x="3388" y="516"/>
                  </a:cubicBezTo>
                  <a:lnTo>
                    <a:pt x="3422" y="516"/>
                  </a:lnTo>
                  <a:cubicBezTo>
                    <a:pt x="4402" y="499"/>
                    <a:pt x="7170" y="482"/>
                    <a:pt x="8099" y="465"/>
                  </a:cubicBezTo>
                  <a:cubicBezTo>
                    <a:pt x="8288" y="465"/>
                    <a:pt x="8391" y="465"/>
                    <a:pt x="8391" y="465"/>
                  </a:cubicBezTo>
                  <a:cubicBezTo>
                    <a:pt x="8391" y="465"/>
                    <a:pt x="9543" y="465"/>
                    <a:pt x="10488" y="482"/>
                  </a:cubicBezTo>
                  <a:lnTo>
                    <a:pt x="10678" y="482"/>
                  </a:lnTo>
                  <a:cubicBezTo>
                    <a:pt x="11365" y="482"/>
                    <a:pt x="12087" y="482"/>
                    <a:pt x="12724" y="482"/>
                  </a:cubicBezTo>
                  <a:cubicBezTo>
                    <a:pt x="12861" y="499"/>
                    <a:pt x="12999" y="499"/>
                    <a:pt x="13119" y="499"/>
                  </a:cubicBezTo>
                  <a:lnTo>
                    <a:pt x="13343" y="499"/>
                  </a:lnTo>
                  <a:cubicBezTo>
                    <a:pt x="13497" y="499"/>
                    <a:pt x="13635" y="499"/>
                    <a:pt x="13772" y="482"/>
                  </a:cubicBezTo>
                  <a:cubicBezTo>
                    <a:pt x="13893" y="482"/>
                    <a:pt x="13996" y="482"/>
                    <a:pt x="14065" y="482"/>
                  </a:cubicBezTo>
                  <a:cubicBezTo>
                    <a:pt x="14443" y="482"/>
                    <a:pt x="15612" y="413"/>
                    <a:pt x="17005" y="362"/>
                  </a:cubicBezTo>
                  <a:cubicBezTo>
                    <a:pt x="17761" y="310"/>
                    <a:pt x="18586" y="276"/>
                    <a:pt x="19360" y="224"/>
                  </a:cubicBezTo>
                  <a:cubicBezTo>
                    <a:pt x="21320" y="138"/>
                    <a:pt x="23074" y="35"/>
                    <a:pt x="23074" y="35"/>
                  </a:cubicBezTo>
                  <a:cubicBezTo>
                    <a:pt x="23074" y="35"/>
                    <a:pt x="25360" y="0"/>
                    <a:pt x="26908" y="0"/>
                  </a:cubicBezTo>
                  <a:cubicBezTo>
                    <a:pt x="27406" y="18"/>
                    <a:pt x="27819" y="18"/>
                    <a:pt x="28060" y="35"/>
                  </a:cubicBezTo>
                  <a:cubicBezTo>
                    <a:pt x="28077" y="35"/>
                    <a:pt x="28111" y="35"/>
                    <a:pt x="28146" y="35"/>
                  </a:cubicBezTo>
                  <a:cubicBezTo>
                    <a:pt x="28507" y="69"/>
                    <a:pt x="29573" y="121"/>
                    <a:pt x="30965" y="207"/>
                  </a:cubicBezTo>
                  <a:cubicBezTo>
                    <a:pt x="32461" y="293"/>
                    <a:pt x="34318" y="396"/>
                    <a:pt x="36123" y="482"/>
                  </a:cubicBezTo>
                  <a:cubicBezTo>
                    <a:pt x="38565" y="619"/>
                    <a:pt x="40903" y="740"/>
                    <a:pt x="42003" y="809"/>
                  </a:cubicBezTo>
                  <a:cubicBezTo>
                    <a:pt x="42330" y="826"/>
                    <a:pt x="42554" y="826"/>
                    <a:pt x="42622" y="843"/>
                  </a:cubicBezTo>
                  <a:cubicBezTo>
                    <a:pt x="42640" y="843"/>
                    <a:pt x="42657" y="843"/>
                    <a:pt x="42657" y="843"/>
                  </a:cubicBezTo>
                  <a:cubicBezTo>
                    <a:pt x="43087" y="757"/>
                    <a:pt x="43602" y="705"/>
                    <a:pt x="44170" y="654"/>
                  </a:cubicBezTo>
                  <a:lnTo>
                    <a:pt x="44617" y="894"/>
                  </a:lnTo>
                  <a:lnTo>
                    <a:pt x="45219" y="3542"/>
                  </a:lnTo>
                  <a:close/>
                </a:path>
              </a:pathLst>
            </a:custGeom>
            <a:solidFill>
              <a:srgbClr val="82C1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20"/>
            <p:cNvSpPr/>
            <p:nvPr/>
          </p:nvSpPr>
          <p:spPr>
            <a:xfrm>
              <a:off x="6336024" y="3033539"/>
              <a:ext cx="72" cy="1298"/>
            </a:xfrm>
            <a:custGeom>
              <a:avLst/>
              <a:gdLst/>
              <a:ahLst/>
              <a:cxnLst/>
              <a:rect l="l" t="t" r="r" b="b"/>
              <a:pathLst>
                <a:path w="1" h="18" extrusionOk="0">
                  <a:moveTo>
                    <a:pt x="0" y="1"/>
                  </a:moveTo>
                  <a:lnTo>
                    <a:pt x="0" y="1"/>
                  </a:lnTo>
                  <a:lnTo>
                    <a:pt x="0" y="18"/>
                  </a:lnTo>
                  <a:lnTo>
                    <a:pt x="0" y="18"/>
                  </a:lnTo>
                  <a:close/>
                </a:path>
              </a:pathLst>
            </a:custGeom>
            <a:solidFill>
              <a:srgbClr val="B7E8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20"/>
            <p:cNvSpPr/>
            <p:nvPr/>
          </p:nvSpPr>
          <p:spPr>
            <a:xfrm>
              <a:off x="6265339" y="1343303"/>
              <a:ext cx="3256557" cy="1970595"/>
            </a:xfrm>
            <a:custGeom>
              <a:avLst/>
              <a:gdLst/>
              <a:ahLst/>
              <a:cxnLst/>
              <a:rect l="l" t="t" r="r" b="b"/>
              <a:pathLst>
                <a:path w="45150" h="27321" extrusionOk="0">
                  <a:moveTo>
                    <a:pt x="45146" y="27114"/>
                  </a:moveTo>
                  <a:lnTo>
                    <a:pt x="45150" y="27131"/>
                  </a:lnTo>
                  <a:lnTo>
                    <a:pt x="45150" y="27114"/>
                  </a:lnTo>
                  <a:cubicBezTo>
                    <a:pt x="45148" y="27114"/>
                    <a:pt x="45147" y="27114"/>
                    <a:pt x="45146" y="27114"/>
                  </a:cubicBezTo>
                  <a:close/>
                  <a:moveTo>
                    <a:pt x="19360" y="0"/>
                  </a:moveTo>
                  <a:lnTo>
                    <a:pt x="18689" y="568"/>
                  </a:lnTo>
                  <a:lnTo>
                    <a:pt x="17778" y="482"/>
                  </a:lnTo>
                  <a:lnTo>
                    <a:pt x="16523" y="1531"/>
                  </a:lnTo>
                  <a:lnTo>
                    <a:pt x="14872" y="1324"/>
                  </a:lnTo>
                  <a:lnTo>
                    <a:pt x="14821" y="1393"/>
                  </a:lnTo>
                  <a:lnTo>
                    <a:pt x="14735" y="1479"/>
                  </a:lnTo>
                  <a:lnTo>
                    <a:pt x="14649" y="1582"/>
                  </a:lnTo>
                  <a:lnTo>
                    <a:pt x="13222" y="3181"/>
                  </a:lnTo>
                  <a:lnTo>
                    <a:pt x="13136" y="3284"/>
                  </a:lnTo>
                  <a:lnTo>
                    <a:pt x="13033" y="3388"/>
                  </a:lnTo>
                  <a:lnTo>
                    <a:pt x="12844" y="3611"/>
                  </a:lnTo>
                  <a:lnTo>
                    <a:pt x="12637" y="3835"/>
                  </a:lnTo>
                  <a:lnTo>
                    <a:pt x="10866" y="4196"/>
                  </a:lnTo>
                  <a:lnTo>
                    <a:pt x="10402" y="5709"/>
                  </a:lnTo>
                  <a:lnTo>
                    <a:pt x="9732" y="8322"/>
                  </a:lnTo>
                  <a:lnTo>
                    <a:pt x="9715" y="8339"/>
                  </a:lnTo>
                  <a:lnTo>
                    <a:pt x="9405" y="9525"/>
                  </a:lnTo>
                  <a:lnTo>
                    <a:pt x="7806" y="15268"/>
                  </a:lnTo>
                  <a:lnTo>
                    <a:pt x="6757" y="17606"/>
                  </a:lnTo>
                  <a:lnTo>
                    <a:pt x="3525" y="20306"/>
                  </a:lnTo>
                  <a:lnTo>
                    <a:pt x="2562" y="21114"/>
                  </a:lnTo>
                  <a:lnTo>
                    <a:pt x="963" y="23538"/>
                  </a:lnTo>
                  <a:lnTo>
                    <a:pt x="963" y="23555"/>
                  </a:lnTo>
                  <a:lnTo>
                    <a:pt x="808" y="24122"/>
                  </a:lnTo>
                  <a:lnTo>
                    <a:pt x="0" y="27200"/>
                  </a:lnTo>
                  <a:lnTo>
                    <a:pt x="3783" y="27200"/>
                  </a:lnTo>
                  <a:cubicBezTo>
                    <a:pt x="3817" y="27217"/>
                    <a:pt x="3852" y="27217"/>
                    <a:pt x="3869" y="27217"/>
                  </a:cubicBezTo>
                  <a:lnTo>
                    <a:pt x="5330" y="27217"/>
                  </a:lnTo>
                  <a:cubicBezTo>
                    <a:pt x="5519" y="27234"/>
                    <a:pt x="5691" y="27234"/>
                    <a:pt x="5863" y="27234"/>
                  </a:cubicBezTo>
                  <a:lnTo>
                    <a:pt x="6723" y="27234"/>
                  </a:lnTo>
                  <a:cubicBezTo>
                    <a:pt x="6878" y="27234"/>
                    <a:pt x="7015" y="27234"/>
                    <a:pt x="7153" y="27252"/>
                  </a:cubicBezTo>
                  <a:lnTo>
                    <a:pt x="10127" y="27252"/>
                  </a:lnTo>
                  <a:cubicBezTo>
                    <a:pt x="10230" y="27234"/>
                    <a:pt x="10333" y="27234"/>
                    <a:pt x="10437" y="27234"/>
                  </a:cubicBezTo>
                  <a:lnTo>
                    <a:pt x="11675" y="27234"/>
                  </a:lnTo>
                  <a:cubicBezTo>
                    <a:pt x="12259" y="27234"/>
                    <a:pt x="12809" y="27217"/>
                    <a:pt x="13274" y="27217"/>
                  </a:cubicBezTo>
                  <a:lnTo>
                    <a:pt x="13428" y="27217"/>
                  </a:lnTo>
                  <a:cubicBezTo>
                    <a:pt x="13669" y="27217"/>
                    <a:pt x="13858" y="27234"/>
                    <a:pt x="14013" y="27234"/>
                  </a:cubicBezTo>
                  <a:lnTo>
                    <a:pt x="14236" y="27234"/>
                  </a:lnTo>
                  <a:cubicBezTo>
                    <a:pt x="14271" y="27234"/>
                    <a:pt x="14305" y="27252"/>
                    <a:pt x="14357" y="27252"/>
                  </a:cubicBezTo>
                  <a:lnTo>
                    <a:pt x="14477" y="27252"/>
                  </a:lnTo>
                  <a:cubicBezTo>
                    <a:pt x="14632" y="27252"/>
                    <a:pt x="14821" y="27269"/>
                    <a:pt x="15027" y="27269"/>
                  </a:cubicBezTo>
                  <a:cubicBezTo>
                    <a:pt x="15319" y="27286"/>
                    <a:pt x="15663" y="27303"/>
                    <a:pt x="16024" y="27320"/>
                  </a:cubicBezTo>
                  <a:lnTo>
                    <a:pt x="16059" y="27183"/>
                  </a:lnTo>
                  <a:lnTo>
                    <a:pt x="37069" y="27183"/>
                  </a:lnTo>
                  <a:cubicBezTo>
                    <a:pt x="37344" y="27166"/>
                    <a:pt x="37636" y="27148"/>
                    <a:pt x="37911" y="27131"/>
                  </a:cubicBezTo>
                  <a:cubicBezTo>
                    <a:pt x="40353" y="26994"/>
                    <a:pt x="42330" y="26891"/>
                    <a:pt x="42571" y="26873"/>
                  </a:cubicBezTo>
                  <a:lnTo>
                    <a:pt x="42588" y="26873"/>
                  </a:lnTo>
                  <a:cubicBezTo>
                    <a:pt x="42622" y="26891"/>
                    <a:pt x="42639" y="26891"/>
                    <a:pt x="42674" y="26891"/>
                  </a:cubicBezTo>
                  <a:cubicBezTo>
                    <a:pt x="42828" y="26925"/>
                    <a:pt x="43000" y="26942"/>
                    <a:pt x="43172" y="26959"/>
                  </a:cubicBezTo>
                  <a:lnTo>
                    <a:pt x="43190" y="26959"/>
                  </a:lnTo>
                  <a:cubicBezTo>
                    <a:pt x="43190" y="26976"/>
                    <a:pt x="43207" y="26976"/>
                    <a:pt x="43224" y="26976"/>
                  </a:cubicBezTo>
                  <a:cubicBezTo>
                    <a:pt x="43790" y="27045"/>
                    <a:pt x="44459" y="27097"/>
                    <a:pt x="45146" y="27114"/>
                  </a:cubicBezTo>
                  <a:lnTo>
                    <a:pt x="45146" y="27114"/>
                  </a:lnTo>
                  <a:lnTo>
                    <a:pt x="44565" y="24483"/>
                  </a:lnTo>
                  <a:lnTo>
                    <a:pt x="44118" y="24243"/>
                  </a:lnTo>
                  <a:lnTo>
                    <a:pt x="41453" y="22850"/>
                  </a:lnTo>
                  <a:lnTo>
                    <a:pt x="40920" y="18191"/>
                  </a:lnTo>
                  <a:lnTo>
                    <a:pt x="40920" y="18174"/>
                  </a:lnTo>
                  <a:cubicBezTo>
                    <a:pt x="40903" y="18105"/>
                    <a:pt x="40886" y="18053"/>
                    <a:pt x="40868" y="18019"/>
                  </a:cubicBezTo>
                  <a:lnTo>
                    <a:pt x="40868" y="18019"/>
                  </a:lnTo>
                  <a:lnTo>
                    <a:pt x="40903" y="18139"/>
                  </a:lnTo>
                  <a:lnTo>
                    <a:pt x="39407" y="14924"/>
                  </a:lnTo>
                  <a:lnTo>
                    <a:pt x="39407" y="9354"/>
                  </a:lnTo>
                  <a:cubicBezTo>
                    <a:pt x="39407" y="9354"/>
                    <a:pt x="39390" y="9336"/>
                    <a:pt x="39390" y="9319"/>
                  </a:cubicBezTo>
                  <a:cubicBezTo>
                    <a:pt x="39149" y="9044"/>
                    <a:pt x="36966" y="7944"/>
                    <a:pt x="36553" y="7737"/>
                  </a:cubicBezTo>
                  <a:lnTo>
                    <a:pt x="36519" y="7720"/>
                  </a:lnTo>
                  <a:lnTo>
                    <a:pt x="36484" y="7703"/>
                  </a:lnTo>
                  <a:lnTo>
                    <a:pt x="36450" y="7617"/>
                  </a:lnTo>
                  <a:lnTo>
                    <a:pt x="36415" y="7514"/>
                  </a:lnTo>
                  <a:lnTo>
                    <a:pt x="36398" y="7445"/>
                  </a:lnTo>
                  <a:lnTo>
                    <a:pt x="36347" y="7308"/>
                  </a:lnTo>
                  <a:lnTo>
                    <a:pt x="36312" y="7153"/>
                  </a:lnTo>
                  <a:cubicBezTo>
                    <a:pt x="36244" y="6946"/>
                    <a:pt x="36175" y="6757"/>
                    <a:pt x="36140" y="6689"/>
                  </a:cubicBezTo>
                  <a:lnTo>
                    <a:pt x="36140" y="6671"/>
                  </a:lnTo>
                  <a:lnTo>
                    <a:pt x="34731" y="6138"/>
                  </a:lnTo>
                  <a:lnTo>
                    <a:pt x="33991" y="5846"/>
                  </a:lnTo>
                  <a:lnTo>
                    <a:pt x="33613" y="4986"/>
                  </a:lnTo>
                  <a:lnTo>
                    <a:pt x="31533" y="4694"/>
                  </a:lnTo>
                  <a:lnTo>
                    <a:pt x="31361" y="4660"/>
                  </a:lnTo>
                  <a:lnTo>
                    <a:pt x="30037" y="4247"/>
                  </a:lnTo>
                  <a:lnTo>
                    <a:pt x="29882" y="4196"/>
                  </a:lnTo>
                  <a:cubicBezTo>
                    <a:pt x="29882" y="4196"/>
                    <a:pt x="29882" y="3817"/>
                    <a:pt x="29830" y="3456"/>
                  </a:cubicBezTo>
                  <a:lnTo>
                    <a:pt x="29830" y="3439"/>
                  </a:lnTo>
                  <a:cubicBezTo>
                    <a:pt x="29830" y="3353"/>
                    <a:pt x="29813" y="3250"/>
                    <a:pt x="29779" y="3164"/>
                  </a:cubicBezTo>
                  <a:cubicBezTo>
                    <a:pt x="29779" y="3147"/>
                    <a:pt x="29779" y="3130"/>
                    <a:pt x="29762" y="3112"/>
                  </a:cubicBezTo>
                  <a:lnTo>
                    <a:pt x="29762" y="3095"/>
                  </a:lnTo>
                  <a:cubicBezTo>
                    <a:pt x="29762" y="3078"/>
                    <a:pt x="29745" y="3061"/>
                    <a:pt x="29745" y="3044"/>
                  </a:cubicBezTo>
                  <a:cubicBezTo>
                    <a:pt x="29727" y="3009"/>
                    <a:pt x="29710" y="2975"/>
                    <a:pt x="29693" y="2940"/>
                  </a:cubicBezTo>
                  <a:lnTo>
                    <a:pt x="29693" y="2923"/>
                  </a:lnTo>
                  <a:cubicBezTo>
                    <a:pt x="29641" y="2837"/>
                    <a:pt x="29590" y="2769"/>
                    <a:pt x="29504" y="2751"/>
                  </a:cubicBezTo>
                  <a:cubicBezTo>
                    <a:pt x="29160" y="2717"/>
                    <a:pt x="27974" y="2425"/>
                    <a:pt x="27630" y="2339"/>
                  </a:cubicBezTo>
                  <a:lnTo>
                    <a:pt x="27544" y="2322"/>
                  </a:lnTo>
                  <a:lnTo>
                    <a:pt x="27527" y="2304"/>
                  </a:lnTo>
                  <a:lnTo>
                    <a:pt x="25412" y="1840"/>
                  </a:lnTo>
                  <a:lnTo>
                    <a:pt x="21561" y="671"/>
                  </a:lnTo>
                  <a:lnTo>
                    <a:pt x="1936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20"/>
            <p:cNvSpPr/>
            <p:nvPr/>
          </p:nvSpPr>
          <p:spPr>
            <a:xfrm>
              <a:off x="6264113" y="2807852"/>
              <a:ext cx="255548" cy="497391"/>
            </a:xfrm>
            <a:custGeom>
              <a:avLst/>
              <a:gdLst/>
              <a:ahLst/>
              <a:cxnLst/>
              <a:rect l="l" t="t" r="r" b="b"/>
              <a:pathLst>
                <a:path w="3543" h="6896" extrusionOk="0">
                  <a:moveTo>
                    <a:pt x="3542" y="1"/>
                  </a:moveTo>
                  <a:lnTo>
                    <a:pt x="2579" y="791"/>
                  </a:lnTo>
                  <a:lnTo>
                    <a:pt x="963" y="3216"/>
                  </a:lnTo>
                  <a:lnTo>
                    <a:pt x="963" y="3250"/>
                  </a:lnTo>
                  <a:lnTo>
                    <a:pt x="825" y="3800"/>
                  </a:lnTo>
                  <a:lnTo>
                    <a:pt x="0" y="6895"/>
                  </a:lnTo>
                  <a:lnTo>
                    <a:pt x="3181" y="6895"/>
                  </a:lnTo>
                  <a:lnTo>
                    <a:pt x="3181" y="6878"/>
                  </a:lnTo>
                  <a:cubicBezTo>
                    <a:pt x="3215" y="6792"/>
                    <a:pt x="3301" y="5348"/>
                    <a:pt x="3370" y="3800"/>
                  </a:cubicBezTo>
                  <a:cubicBezTo>
                    <a:pt x="3439" y="2425"/>
                    <a:pt x="3508" y="981"/>
                    <a:pt x="3525" y="327"/>
                  </a:cubicBezTo>
                  <a:lnTo>
                    <a:pt x="3542" y="155"/>
                  </a:lnTo>
                  <a:lnTo>
                    <a:pt x="354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20"/>
            <p:cNvSpPr/>
            <p:nvPr/>
          </p:nvSpPr>
          <p:spPr>
            <a:xfrm>
              <a:off x="6797351" y="1437574"/>
              <a:ext cx="639915" cy="1871348"/>
            </a:xfrm>
            <a:custGeom>
              <a:avLst/>
              <a:gdLst/>
              <a:ahLst/>
              <a:cxnLst/>
              <a:rect l="l" t="t" r="r" b="b"/>
              <a:pathLst>
                <a:path w="8872" h="25945" extrusionOk="0">
                  <a:moveTo>
                    <a:pt x="7496" y="0"/>
                  </a:moveTo>
                  <a:lnTo>
                    <a:pt x="7445" y="69"/>
                  </a:lnTo>
                  <a:lnTo>
                    <a:pt x="7359" y="172"/>
                  </a:lnTo>
                  <a:lnTo>
                    <a:pt x="7273" y="258"/>
                  </a:lnTo>
                  <a:cubicBezTo>
                    <a:pt x="6895" y="705"/>
                    <a:pt x="6293" y="1376"/>
                    <a:pt x="5846" y="1857"/>
                  </a:cubicBezTo>
                  <a:lnTo>
                    <a:pt x="5760" y="1960"/>
                  </a:lnTo>
                  <a:lnTo>
                    <a:pt x="5657" y="2081"/>
                  </a:lnTo>
                  <a:lnTo>
                    <a:pt x="5468" y="2287"/>
                  </a:lnTo>
                  <a:lnTo>
                    <a:pt x="5261" y="2510"/>
                  </a:lnTo>
                  <a:lnTo>
                    <a:pt x="5261" y="2528"/>
                  </a:lnTo>
                  <a:lnTo>
                    <a:pt x="3490" y="2889"/>
                  </a:lnTo>
                  <a:lnTo>
                    <a:pt x="3026" y="4384"/>
                  </a:lnTo>
                  <a:lnTo>
                    <a:pt x="2356" y="6998"/>
                  </a:lnTo>
                  <a:lnTo>
                    <a:pt x="2339" y="7032"/>
                  </a:lnTo>
                  <a:lnTo>
                    <a:pt x="2012" y="8201"/>
                  </a:lnTo>
                  <a:lnTo>
                    <a:pt x="2029" y="8253"/>
                  </a:lnTo>
                  <a:lnTo>
                    <a:pt x="413" y="13944"/>
                  </a:lnTo>
                  <a:lnTo>
                    <a:pt x="0" y="18792"/>
                  </a:lnTo>
                  <a:lnTo>
                    <a:pt x="1806" y="14339"/>
                  </a:lnTo>
                  <a:lnTo>
                    <a:pt x="3250" y="21474"/>
                  </a:lnTo>
                  <a:lnTo>
                    <a:pt x="3233" y="22747"/>
                  </a:lnTo>
                  <a:lnTo>
                    <a:pt x="3215" y="25463"/>
                  </a:lnTo>
                  <a:lnTo>
                    <a:pt x="3198" y="25876"/>
                  </a:lnTo>
                  <a:lnTo>
                    <a:pt x="3198" y="25945"/>
                  </a:lnTo>
                  <a:lnTo>
                    <a:pt x="3387" y="25945"/>
                  </a:lnTo>
                  <a:cubicBezTo>
                    <a:pt x="3576" y="25945"/>
                    <a:pt x="3903" y="25927"/>
                    <a:pt x="4281" y="25927"/>
                  </a:cubicBezTo>
                  <a:lnTo>
                    <a:pt x="6052" y="25927"/>
                  </a:lnTo>
                  <a:lnTo>
                    <a:pt x="6052" y="25876"/>
                  </a:lnTo>
                  <a:lnTo>
                    <a:pt x="6327" y="22764"/>
                  </a:lnTo>
                  <a:lnTo>
                    <a:pt x="6757" y="17795"/>
                  </a:lnTo>
                  <a:lnTo>
                    <a:pt x="7926" y="16265"/>
                  </a:lnTo>
                  <a:cubicBezTo>
                    <a:pt x="7926" y="16265"/>
                    <a:pt x="8803" y="10419"/>
                    <a:pt x="8838" y="10007"/>
                  </a:cubicBezTo>
                  <a:cubicBezTo>
                    <a:pt x="8872" y="9611"/>
                    <a:pt x="7256" y="1823"/>
                    <a:pt x="7256" y="1823"/>
                  </a:cubicBezTo>
                  <a:lnTo>
                    <a:pt x="749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20"/>
            <p:cNvSpPr/>
            <p:nvPr/>
          </p:nvSpPr>
          <p:spPr>
            <a:xfrm>
              <a:off x="8193668" y="1509485"/>
              <a:ext cx="1153391" cy="1794460"/>
            </a:xfrm>
            <a:custGeom>
              <a:avLst/>
              <a:gdLst/>
              <a:ahLst/>
              <a:cxnLst/>
              <a:rect l="l" t="t" r="r" b="b"/>
              <a:pathLst>
                <a:path w="15991" h="24879" extrusionOk="0">
                  <a:moveTo>
                    <a:pt x="792" y="0"/>
                  </a:moveTo>
                  <a:lnTo>
                    <a:pt x="69" y="3129"/>
                  </a:lnTo>
                  <a:lnTo>
                    <a:pt x="18" y="14494"/>
                  </a:lnTo>
                  <a:lnTo>
                    <a:pt x="1" y="20976"/>
                  </a:lnTo>
                  <a:lnTo>
                    <a:pt x="104" y="21285"/>
                  </a:lnTo>
                  <a:lnTo>
                    <a:pt x="1325" y="24879"/>
                  </a:lnTo>
                  <a:lnTo>
                    <a:pt x="10334" y="24879"/>
                  </a:lnTo>
                  <a:cubicBezTo>
                    <a:pt x="10609" y="24879"/>
                    <a:pt x="10884" y="24862"/>
                    <a:pt x="11142" y="24844"/>
                  </a:cubicBezTo>
                  <a:cubicBezTo>
                    <a:pt x="13188" y="24724"/>
                    <a:pt x="14942" y="24638"/>
                    <a:pt x="15664" y="24604"/>
                  </a:cubicBezTo>
                  <a:lnTo>
                    <a:pt x="15784" y="24587"/>
                  </a:lnTo>
                  <a:lnTo>
                    <a:pt x="15990" y="24587"/>
                  </a:lnTo>
                  <a:lnTo>
                    <a:pt x="15199" y="22076"/>
                  </a:lnTo>
                  <a:lnTo>
                    <a:pt x="14718" y="20529"/>
                  </a:lnTo>
                  <a:lnTo>
                    <a:pt x="14168" y="15887"/>
                  </a:lnTo>
                  <a:lnTo>
                    <a:pt x="14168" y="15852"/>
                  </a:lnTo>
                  <a:cubicBezTo>
                    <a:pt x="14151" y="15801"/>
                    <a:pt x="14133" y="15749"/>
                    <a:pt x="14116" y="15698"/>
                  </a:cubicBezTo>
                  <a:lnTo>
                    <a:pt x="14116" y="15698"/>
                  </a:lnTo>
                  <a:lnTo>
                    <a:pt x="14151" y="15818"/>
                  </a:lnTo>
                  <a:lnTo>
                    <a:pt x="12655" y="12603"/>
                  </a:lnTo>
                  <a:lnTo>
                    <a:pt x="12655" y="8425"/>
                  </a:lnTo>
                  <a:lnTo>
                    <a:pt x="12655" y="8408"/>
                  </a:lnTo>
                  <a:lnTo>
                    <a:pt x="12638" y="8408"/>
                  </a:lnTo>
                  <a:lnTo>
                    <a:pt x="12638" y="8391"/>
                  </a:lnTo>
                  <a:cubicBezTo>
                    <a:pt x="12638" y="8391"/>
                    <a:pt x="12655" y="7239"/>
                    <a:pt x="12655" y="7050"/>
                  </a:cubicBezTo>
                  <a:cubicBezTo>
                    <a:pt x="12655" y="7032"/>
                    <a:pt x="12655" y="7015"/>
                    <a:pt x="12638" y="6998"/>
                  </a:cubicBezTo>
                  <a:cubicBezTo>
                    <a:pt x="12397" y="6740"/>
                    <a:pt x="10213" y="5640"/>
                    <a:pt x="9801" y="5433"/>
                  </a:cubicBezTo>
                  <a:lnTo>
                    <a:pt x="9766" y="5416"/>
                  </a:lnTo>
                  <a:lnTo>
                    <a:pt x="9749" y="5399"/>
                  </a:lnTo>
                  <a:lnTo>
                    <a:pt x="9715" y="5313"/>
                  </a:lnTo>
                  <a:lnTo>
                    <a:pt x="9680" y="5193"/>
                  </a:lnTo>
                  <a:lnTo>
                    <a:pt x="9663" y="5141"/>
                  </a:lnTo>
                  <a:lnTo>
                    <a:pt x="9612" y="4986"/>
                  </a:lnTo>
                  <a:lnTo>
                    <a:pt x="9560" y="4849"/>
                  </a:lnTo>
                  <a:cubicBezTo>
                    <a:pt x="9491" y="4642"/>
                    <a:pt x="9423" y="4436"/>
                    <a:pt x="9405" y="4385"/>
                  </a:cubicBezTo>
                  <a:lnTo>
                    <a:pt x="9388" y="4367"/>
                  </a:lnTo>
                  <a:lnTo>
                    <a:pt x="7996" y="3817"/>
                  </a:lnTo>
                  <a:lnTo>
                    <a:pt x="7239" y="3542"/>
                  </a:lnTo>
                  <a:lnTo>
                    <a:pt x="6861" y="2665"/>
                  </a:lnTo>
                  <a:lnTo>
                    <a:pt x="4970" y="1513"/>
                  </a:lnTo>
                  <a:lnTo>
                    <a:pt x="3285" y="1892"/>
                  </a:lnTo>
                  <a:lnTo>
                    <a:pt x="3095" y="1152"/>
                  </a:lnTo>
                  <a:lnTo>
                    <a:pt x="3095" y="1135"/>
                  </a:lnTo>
                  <a:lnTo>
                    <a:pt x="2958" y="636"/>
                  </a:lnTo>
                  <a:lnTo>
                    <a:pt x="2958" y="619"/>
                  </a:lnTo>
                  <a:lnTo>
                    <a:pt x="2924" y="447"/>
                  </a:lnTo>
                  <a:lnTo>
                    <a:pt x="878" y="18"/>
                  </a:lnTo>
                  <a:lnTo>
                    <a:pt x="80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20"/>
            <p:cNvSpPr/>
            <p:nvPr/>
          </p:nvSpPr>
          <p:spPr>
            <a:xfrm>
              <a:off x="6260362" y="3305171"/>
              <a:ext cx="6275" cy="72"/>
            </a:xfrm>
            <a:custGeom>
              <a:avLst/>
              <a:gdLst/>
              <a:ahLst/>
              <a:cxnLst/>
              <a:rect l="l" t="t" r="r" b="b"/>
              <a:pathLst>
                <a:path w="87" h="1" extrusionOk="0">
                  <a:moveTo>
                    <a:pt x="87" y="0"/>
                  </a:moveTo>
                  <a:lnTo>
                    <a:pt x="52" y="0"/>
                  </a:lnTo>
                  <a:lnTo>
                    <a:pt x="52" y="0"/>
                  </a:lnTo>
                  <a:lnTo>
                    <a:pt x="1" y="0"/>
                  </a:lnTo>
                  <a:cubicBezTo>
                    <a:pt x="18" y="0"/>
                    <a:pt x="35" y="0"/>
                    <a:pt x="69" y="0"/>
                  </a:cubicBezTo>
                  <a:lnTo>
                    <a:pt x="69" y="0"/>
                  </a:lnTo>
                  <a:lnTo>
                    <a:pt x="87" y="0"/>
                  </a:lnTo>
                  <a:close/>
                </a:path>
              </a:pathLst>
            </a:custGeom>
            <a:solidFill>
              <a:srgbClr val="45AB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20"/>
            <p:cNvSpPr/>
            <p:nvPr/>
          </p:nvSpPr>
          <p:spPr>
            <a:xfrm>
              <a:off x="6265339" y="3040968"/>
              <a:ext cx="68305" cy="264275"/>
            </a:xfrm>
            <a:custGeom>
              <a:avLst/>
              <a:gdLst/>
              <a:ahLst/>
              <a:cxnLst/>
              <a:rect l="l" t="t" r="r" b="b"/>
              <a:pathLst>
                <a:path w="947" h="3664" extrusionOk="0">
                  <a:moveTo>
                    <a:pt x="808" y="568"/>
                  </a:moveTo>
                  <a:lnTo>
                    <a:pt x="946" y="1"/>
                  </a:lnTo>
                  <a:lnTo>
                    <a:pt x="808" y="568"/>
                  </a:lnTo>
                  <a:lnTo>
                    <a:pt x="18" y="3646"/>
                  </a:lnTo>
                  <a:lnTo>
                    <a:pt x="18" y="3663"/>
                  </a:lnTo>
                  <a:lnTo>
                    <a:pt x="0" y="3646"/>
                  </a:lnTo>
                  <a:lnTo>
                    <a:pt x="0" y="3646"/>
                  </a:lnTo>
                  <a:lnTo>
                    <a:pt x="0" y="3646"/>
                  </a:lnTo>
                  <a:close/>
                </a:path>
              </a:pathLst>
            </a:custGeom>
            <a:solidFill>
              <a:srgbClr val="49B8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20"/>
            <p:cNvSpPr/>
            <p:nvPr/>
          </p:nvSpPr>
          <p:spPr>
            <a:xfrm>
              <a:off x="6336024" y="3033539"/>
              <a:ext cx="72" cy="1298"/>
            </a:xfrm>
            <a:custGeom>
              <a:avLst/>
              <a:gdLst/>
              <a:ahLst/>
              <a:cxnLst/>
              <a:rect l="l" t="t" r="r" b="b"/>
              <a:pathLst>
                <a:path w="1" h="18" extrusionOk="0">
                  <a:moveTo>
                    <a:pt x="0" y="1"/>
                  </a:moveTo>
                  <a:lnTo>
                    <a:pt x="0" y="1"/>
                  </a:lnTo>
                  <a:lnTo>
                    <a:pt x="0" y="18"/>
                  </a:lnTo>
                  <a:lnTo>
                    <a:pt x="0" y="18"/>
                  </a:lnTo>
                  <a:close/>
                </a:path>
              </a:pathLst>
            </a:custGeom>
            <a:solidFill>
              <a:srgbClr val="49B8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20"/>
            <p:cNvSpPr/>
            <p:nvPr/>
          </p:nvSpPr>
          <p:spPr>
            <a:xfrm>
              <a:off x="6519588" y="2611954"/>
              <a:ext cx="277835" cy="194744"/>
            </a:xfrm>
            <a:custGeom>
              <a:avLst/>
              <a:gdLst/>
              <a:ahLst/>
              <a:cxnLst/>
              <a:rect l="l" t="t" r="r" b="b"/>
              <a:pathLst>
                <a:path w="3852" h="2700" extrusionOk="0">
                  <a:moveTo>
                    <a:pt x="3232" y="0"/>
                  </a:moveTo>
                  <a:lnTo>
                    <a:pt x="0" y="2699"/>
                  </a:lnTo>
                  <a:lnTo>
                    <a:pt x="3851" y="2510"/>
                  </a:lnTo>
                  <a:lnTo>
                    <a:pt x="323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20"/>
            <p:cNvSpPr/>
            <p:nvPr/>
          </p:nvSpPr>
          <p:spPr>
            <a:xfrm>
              <a:off x="6493478" y="2792994"/>
              <a:ext cx="389489" cy="515928"/>
            </a:xfrm>
            <a:custGeom>
              <a:avLst/>
              <a:gdLst/>
              <a:ahLst/>
              <a:cxnLst/>
              <a:rect l="l" t="t" r="r" b="b"/>
              <a:pathLst>
                <a:path w="5400" h="7153" extrusionOk="0">
                  <a:moveTo>
                    <a:pt x="4213" y="0"/>
                  </a:moveTo>
                  <a:lnTo>
                    <a:pt x="362" y="207"/>
                  </a:lnTo>
                  <a:lnTo>
                    <a:pt x="362" y="378"/>
                  </a:lnTo>
                  <a:lnTo>
                    <a:pt x="345" y="550"/>
                  </a:lnTo>
                  <a:lnTo>
                    <a:pt x="156" y="4006"/>
                  </a:lnTo>
                  <a:lnTo>
                    <a:pt x="1" y="7101"/>
                  </a:lnTo>
                  <a:lnTo>
                    <a:pt x="861" y="7101"/>
                  </a:lnTo>
                  <a:lnTo>
                    <a:pt x="912" y="7118"/>
                  </a:lnTo>
                  <a:lnTo>
                    <a:pt x="2700" y="7118"/>
                  </a:lnTo>
                  <a:cubicBezTo>
                    <a:pt x="2872" y="7135"/>
                    <a:pt x="3027" y="7135"/>
                    <a:pt x="3182" y="7135"/>
                  </a:cubicBezTo>
                  <a:lnTo>
                    <a:pt x="5400" y="7153"/>
                  </a:lnTo>
                  <a:lnTo>
                    <a:pt x="5400" y="7135"/>
                  </a:lnTo>
                  <a:lnTo>
                    <a:pt x="5382" y="7101"/>
                  </a:lnTo>
                  <a:lnTo>
                    <a:pt x="5314" y="6706"/>
                  </a:lnTo>
                  <a:lnTo>
                    <a:pt x="4867" y="3955"/>
                  </a:lnTo>
                  <a:lnTo>
                    <a:pt x="421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20"/>
            <p:cNvSpPr/>
            <p:nvPr/>
          </p:nvSpPr>
          <p:spPr>
            <a:xfrm>
              <a:off x="6927542" y="2471810"/>
              <a:ext cx="357248" cy="514702"/>
            </a:xfrm>
            <a:custGeom>
              <a:avLst/>
              <a:gdLst/>
              <a:ahLst/>
              <a:cxnLst/>
              <a:rect l="l" t="t" r="r" b="b"/>
              <a:pathLst>
                <a:path w="4953" h="7136" extrusionOk="0">
                  <a:moveTo>
                    <a:pt x="1" y="0"/>
                  </a:moveTo>
                  <a:lnTo>
                    <a:pt x="1445" y="7135"/>
                  </a:lnTo>
                  <a:lnTo>
                    <a:pt x="4952" y="3456"/>
                  </a:lnTo>
                  <a:lnTo>
                    <a:pt x="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20"/>
            <p:cNvSpPr/>
            <p:nvPr/>
          </p:nvSpPr>
          <p:spPr>
            <a:xfrm>
              <a:off x="6942400" y="1944774"/>
              <a:ext cx="23658" cy="88068"/>
            </a:xfrm>
            <a:custGeom>
              <a:avLst/>
              <a:gdLst/>
              <a:ahLst/>
              <a:cxnLst/>
              <a:rect l="l" t="t" r="r" b="b"/>
              <a:pathLst>
                <a:path w="328" h="1221" extrusionOk="0">
                  <a:moveTo>
                    <a:pt x="328" y="0"/>
                  </a:moveTo>
                  <a:lnTo>
                    <a:pt x="18" y="1221"/>
                  </a:lnTo>
                  <a:lnTo>
                    <a:pt x="1" y="1169"/>
                  </a:lnTo>
                  <a:close/>
                </a:path>
              </a:pathLst>
            </a:custGeom>
            <a:solidFill>
              <a:srgbClr val="49B8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20"/>
            <p:cNvSpPr/>
            <p:nvPr/>
          </p:nvSpPr>
          <p:spPr>
            <a:xfrm>
              <a:off x="7049076" y="1619840"/>
              <a:ext cx="127810" cy="698266"/>
            </a:xfrm>
            <a:custGeom>
              <a:avLst/>
              <a:gdLst/>
              <a:ahLst/>
              <a:cxnLst/>
              <a:rect l="l" t="t" r="r" b="b"/>
              <a:pathLst>
                <a:path w="1772" h="9681" extrusionOk="0">
                  <a:moveTo>
                    <a:pt x="1771" y="1"/>
                  </a:moveTo>
                  <a:lnTo>
                    <a:pt x="0" y="362"/>
                  </a:lnTo>
                  <a:lnTo>
                    <a:pt x="791" y="9680"/>
                  </a:lnTo>
                  <a:lnTo>
                    <a:pt x="177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20"/>
            <p:cNvSpPr/>
            <p:nvPr/>
          </p:nvSpPr>
          <p:spPr>
            <a:xfrm>
              <a:off x="7106129" y="3011252"/>
              <a:ext cx="127810" cy="297670"/>
            </a:xfrm>
            <a:custGeom>
              <a:avLst/>
              <a:gdLst/>
              <a:ahLst/>
              <a:cxnLst/>
              <a:rect l="l" t="t" r="r" b="b"/>
              <a:pathLst>
                <a:path w="1772" h="4127" extrusionOk="0">
                  <a:moveTo>
                    <a:pt x="1771" y="4092"/>
                  </a:moveTo>
                  <a:lnTo>
                    <a:pt x="1771" y="4109"/>
                  </a:lnTo>
                  <a:lnTo>
                    <a:pt x="0" y="4127"/>
                  </a:lnTo>
                  <a:lnTo>
                    <a:pt x="0" y="4127"/>
                  </a:lnTo>
                  <a:lnTo>
                    <a:pt x="0" y="4109"/>
                  </a:lnTo>
                  <a:lnTo>
                    <a:pt x="18" y="4109"/>
                  </a:lnTo>
                  <a:lnTo>
                    <a:pt x="18" y="4058"/>
                  </a:lnTo>
                  <a:lnTo>
                    <a:pt x="998" y="946"/>
                  </a:lnTo>
                  <a:lnTo>
                    <a:pt x="1290" y="0"/>
                  </a:lnTo>
                  <a:lnTo>
                    <a:pt x="1393" y="946"/>
                  </a:lnTo>
                  <a:lnTo>
                    <a:pt x="1771" y="4058"/>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20"/>
            <p:cNvSpPr/>
            <p:nvPr/>
          </p:nvSpPr>
          <p:spPr>
            <a:xfrm>
              <a:off x="7423562" y="2189070"/>
              <a:ext cx="560647" cy="1114875"/>
            </a:xfrm>
            <a:custGeom>
              <a:avLst/>
              <a:gdLst/>
              <a:ahLst/>
              <a:cxnLst/>
              <a:rect l="l" t="t" r="r" b="b"/>
              <a:pathLst>
                <a:path w="7773" h="15457" extrusionOk="0">
                  <a:moveTo>
                    <a:pt x="7772" y="0"/>
                  </a:moveTo>
                  <a:lnTo>
                    <a:pt x="2924" y="4556"/>
                  </a:lnTo>
                  <a:lnTo>
                    <a:pt x="878" y="12207"/>
                  </a:lnTo>
                  <a:lnTo>
                    <a:pt x="1" y="15457"/>
                  </a:lnTo>
                  <a:lnTo>
                    <a:pt x="2597" y="15457"/>
                  </a:lnTo>
                  <a:lnTo>
                    <a:pt x="3250" y="12087"/>
                  </a:lnTo>
                  <a:lnTo>
                    <a:pt x="4488" y="5605"/>
                  </a:lnTo>
                  <a:lnTo>
                    <a:pt x="777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20"/>
            <p:cNvSpPr/>
            <p:nvPr/>
          </p:nvSpPr>
          <p:spPr>
            <a:xfrm>
              <a:off x="7984137" y="2189070"/>
              <a:ext cx="209603" cy="833361"/>
            </a:xfrm>
            <a:custGeom>
              <a:avLst/>
              <a:gdLst/>
              <a:ahLst/>
              <a:cxnLst/>
              <a:rect l="l" t="t" r="r" b="b"/>
              <a:pathLst>
                <a:path w="2906" h="11554" extrusionOk="0">
                  <a:moveTo>
                    <a:pt x="0" y="0"/>
                  </a:moveTo>
                  <a:lnTo>
                    <a:pt x="2906" y="11554"/>
                  </a:lnTo>
                  <a:lnTo>
                    <a:pt x="2906" y="5175"/>
                  </a:lnTo>
                  <a:lnTo>
                    <a:pt x="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20"/>
            <p:cNvSpPr/>
            <p:nvPr/>
          </p:nvSpPr>
          <p:spPr>
            <a:xfrm>
              <a:off x="7747271" y="2189070"/>
              <a:ext cx="446469" cy="833505"/>
            </a:xfrm>
            <a:custGeom>
              <a:avLst/>
              <a:gdLst/>
              <a:ahLst/>
              <a:cxnLst/>
              <a:rect l="l" t="t" r="r" b="b"/>
              <a:pathLst>
                <a:path w="6190" h="11556" extrusionOk="0">
                  <a:moveTo>
                    <a:pt x="3284" y="0"/>
                  </a:moveTo>
                  <a:lnTo>
                    <a:pt x="0" y="5605"/>
                  </a:lnTo>
                  <a:cubicBezTo>
                    <a:pt x="0" y="5605"/>
                    <a:pt x="6086" y="11555"/>
                    <a:pt x="6188" y="11555"/>
                  </a:cubicBezTo>
                  <a:cubicBezTo>
                    <a:pt x="6189" y="11555"/>
                    <a:pt x="6190" y="11555"/>
                    <a:pt x="6190" y="11554"/>
                  </a:cubicBezTo>
                  <a:cubicBezTo>
                    <a:pt x="6190" y="11468"/>
                    <a:pt x="3284" y="0"/>
                    <a:pt x="328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20"/>
            <p:cNvSpPr/>
            <p:nvPr/>
          </p:nvSpPr>
          <p:spPr>
            <a:xfrm>
              <a:off x="7457102" y="1376770"/>
              <a:ext cx="156300" cy="732960"/>
            </a:xfrm>
            <a:custGeom>
              <a:avLst/>
              <a:gdLst/>
              <a:ahLst/>
              <a:cxnLst/>
              <a:rect l="l" t="t" r="r" b="b"/>
              <a:pathLst>
                <a:path w="2167" h="10162" extrusionOk="0">
                  <a:moveTo>
                    <a:pt x="1255" y="1"/>
                  </a:moveTo>
                  <a:lnTo>
                    <a:pt x="0" y="1067"/>
                  </a:lnTo>
                  <a:lnTo>
                    <a:pt x="1479" y="10162"/>
                  </a:lnTo>
                  <a:lnTo>
                    <a:pt x="2166" y="87"/>
                  </a:lnTo>
                  <a:lnTo>
                    <a:pt x="125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20"/>
            <p:cNvSpPr/>
            <p:nvPr/>
          </p:nvSpPr>
          <p:spPr>
            <a:xfrm>
              <a:off x="7661655" y="1343303"/>
              <a:ext cx="158825" cy="785180"/>
            </a:xfrm>
            <a:custGeom>
              <a:avLst/>
              <a:gdLst/>
              <a:ahLst/>
              <a:cxnLst/>
              <a:rect l="l" t="t" r="r" b="b"/>
              <a:pathLst>
                <a:path w="2202" h="10886" extrusionOk="0">
                  <a:moveTo>
                    <a:pt x="1" y="0"/>
                  </a:moveTo>
                  <a:cubicBezTo>
                    <a:pt x="1" y="1"/>
                    <a:pt x="1408" y="10885"/>
                    <a:pt x="1428" y="10885"/>
                  </a:cubicBezTo>
                  <a:cubicBezTo>
                    <a:pt x="1428" y="10885"/>
                    <a:pt x="1428" y="10885"/>
                    <a:pt x="1428" y="10884"/>
                  </a:cubicBezTo>
                  <a:cubicBezTo>
                    <a:pt x="1428" y="10729"/>
                    <a:pt x="2202" y="654"/>
                    <a:pt x="2202" y="654"/>
                  </a:cubicBez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20"/>
            <p:cNvSpPr/>
            <p:nvPr/>
          </p:nvSpPr>
          <p:spPr>
            <a:xfrm>
              <a:off x="8077110" y="1474720"/>
              <a:ext cx="173683" cy="401894"/>
            </a:xfrm>
            <a:custGeom>
              <a:avLst/>
              <a:gdLst/>
              <a:ahLst/>
              <a:cxnLst/>
              <a:rect l="l" t="t" r="r" b="b"/>
              <a:pathLst>
                <a:path w="2408" h="5572" extrusionOk="0">
                  <a:moveTo>
                    <a:pt x="276" y="1"/>
                  </a:moveTo>
                  <a:lnTo>
                    <a:pt x="1" y="5572"/>
                  </a:lnTo>
                  <a:lnTo>
                    <a:pt x="1685" y="3611"/>
                  </a:lnTo>
                  <a:lnTo>
                    <a:pt x="2408" y="482"/>
                  </a:lnTo>
                  <a:lnTo>
                    <a:pt x="27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20"/>
            <p:cNvSpPr/>
            <p:nvPr/>
          </p:nvSpPr>
          <p:spPr>
            <a:xfrm>
              <a:off x="8477634" y="2729738"/>
              <a:ext cx="460173" cy="574207"/>
            </a:xfrm>
            <a:custGeom>
              <a:avLst/>
              <a:gdLst/>
              <a:ahLst/>
              <a:cxnLst/>
              <a:rect l="l" t="t" r="r" b="b"/>
              <a:pathLst>
                <a:path w="6380" h="7961" extrusionOk="0">
                  <a:moveTo>
                    <a:pt x="551" y="0"/>
                  </a:moveTo>
                  <a:lnTo>
                    <a:pt x="534" y="138"/>
                  </a:lnTo>
                  <a:lnTo>
                    <a:pt x="224" y="4557"/>
                  </a:lnTo>
                  <a:lnTo>
                    <a:pt x="35" y="7565"/>
                  </a:lnTo>
                  <a:lnTo>
                    <a:pt x="1" y="7961"/>
                  </a:lnTo>
                  <a:lnTo>
                    <a:pt x="6380" y="7961"/>
                  </a:lnTo>
                  <a:lnTo>
                    <a:pt x="5382" y="4849"/>
                  </a:lnTo>
                  <a:lnTo>
                    <a:pt x="4248" y="1324"/>
                  </a:lnTo>
                  <a:lnTo>
                    <a:pt x="55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20"/>
            <p:cNvSpPr/>
            <p:nvPr/>
          </p:nvSpPr>
          <p:spPr>
            <a:xfrm>
              <a:off x="8516078" y="1912534"/>
              <a:ext cx="267954" cy="912774"/>
            </a:xfrm>
            <a:custGeom>
              <a:avLst/>
              <a:gdLst/>
              <a:ahLst/>
              <a:cxnLst/>
              <a:rect l="l" t="t" r="r" b="b"/>
              <a:pathLst>
                <a:path w="3715" h="12655" extrusionOk="0">
                  <a:moveTo>
                    <a:pt x="1514" y="0"/>
                  </a:moveTo>
                  <a:lnTo>
                    <a:pt x="379" y="1891"/>
                  </a:lnTo>
                  <a:lnTo>
                    <a:pt x="1" y="11330"/>
                  </a:lnTo>
                  <a:lnTo>
                    <a:pt x="3715" y="12654"/>
                  </a:lnTo>
                  <a:lnTo>
                    <a:pt x="2769" y="5433"/>
                  </a:lnTo>
                  <a:lnTo>
                    <a:pt x="151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20"/>
            <p:cNvSpPr/>
            <p:nvPr/>
          </p:nvSpPr>
          <p:spPr>
            <a:xfrm>
              <a:off x="8193668" y="2729738"/>
              <a:ext cx="323780" cy="574207"/>
            </a:xfrm>
            <a:custGeom>
              <a:avLst/>
              <a:gdLst/>
              <a:ahLst/>
              <a:cxnLst/>
              <a:rect l="l" t="t" r="r" b="b"/>
              <a:pathLst>
                <a:path w="4489" h="7961" extrusionOk="0">
                  <a:moveTo>
                    <a:pt x="4488" y="0"/>
                  </a:moveTo>
                  <a:lnTo>
                    <a:pt x="4454" y="18"/>
                  </a:lnTo>
                  <a:lnTo>
                    <a:pt x="3285" y="1084"/>
                  </a:lnTo>
                  <a:lnTo>
                    <a:pt x="2236" y="2029"/>
                  </a:lnTo>
                  <a:lnTo>
                    <a:pt x="1" y="4058"/>
                  </a:lnTo>
                  <a:lnTo>
                    <a:pt x="104" y="4367"/>
                  </a:lnTo>
                  <a:lnTo>
                    <a:pt x="1325" y="7961"/>
                  </a:lnTo>
                  <a:lnTo>
                    <a:pt x="3938" y="7961"/>
                  </a:lnTo>
                  <a:lnTo>
                    <a:pt x="3972" y="7565"/>
                  </a:lnTo>
                  <a:lnTo>
                    <a:pt x="4161" y="4557"/>
                  </a:lnTo>
                  <a:lnTo>
                    <a:pt x="4471" y="138"/>
                  </a:lnTo>
                  <a:lnTo>
                    <a:pt x="448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20"/>
            <p:cNvSpPr/>
            <p:nvPr/>
          </p:nvSpPr>
          <p:spPr>
            <a:xfrm>
              <a:off x="8783959" y="2825235"/>
              <a:ext cx="563099" cy="478710"/>
            </a:xfrm>
            <a:custGeom>
              <a:avLst/>
              <a:gdLst/>
              <a:ahLst/>
              <a:cxnLst/>
              <a:rect l="l" t="t" r="r" b="b"/>
              <a:pathLst>
                <a:path w="7807" h="6637" extrusionOk="0">
                  <a:moveTo>
                    <a:pt x="1" y="0"/>
                  </a:moveTo>
                  <a:lnTo>
                    <a:pt x="1135" y="3525"/>
                  </a:lnTo>
                  <a:lnTo>
                    <a:pt x="2150" y="6637"/>
                  </a:lnTo>
                  <a:cubicBezTo>
                    <a:pt x="2425" y="6637"/>
                    <a:pt x="2700" y="6620"/>
                    <a:pt x="2958" y="6602"/>
                  </a:cubicBezTo>
                  <a:cubicBezTo>
                    <a:pt x="5004" y="6482"/>
                    <a:pt x="6758" y="6396"/>
                    <a:pt x="7480" y="6362"/>
                  </a:cubicBezTo>
                  <a:lnTo>
                    <a:pt x="7600" y="6345"/>
                  </a:lnTo>
                  <a:lnTo>
                    <a:pt x="7806" y="6345"/>
                  </a:lnTo>
                  <a:lnTo>
                    <a:pt x="7015" y="3834"/>
                  </a:lnTo>
                  <a:lnTo>
                    <a:pt x="6534" y="2287"/>
                  </a:ln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20"/>
            <p:cNvSpPr/>
            <p:nvPr/>
          </p:nvSpPr>
          <p:spPr>
            <a:xfrm>
              <a:off x="8193668" y="2093574"/>
              <a:ext cx="322482" cy="928858"/>
            </a:xfrm>
            <a:custGeom>
              <a:avLst/>
              <a:gdLst/>
              <a:ahLst/>
              <a:cxnLst/>
              <a:rect l="l" t="t" r="r" b="b"/>
              <a:pathLst>
                <a:path w="4471" h="12878" extrusionOk="0">
                  <a:moveTo>
                    <a:pt x="1686" y="0"/>
                  </a:moveTo>
                  <a:lnTo>
                    <a:pt x="1" y="6499"/>
                  </a:lnTo>
                  <a:lnTo>
                    <a:pt x="1" y="12878"/>
                  </a:lnTo>
                  <a:lnTo>
                    <a:pt x="4471" y="8958"/>
                  </a:lnTo>
                  <a:lnTo>
                    <a:pt x="3697" y="2356"/>
                  </a:lnTo>
                  <a:lnTo>
                    <a:pt x="3285" y="9904"/>
                  </a:lnTo>
                  <a:lnTo>
                    <a:pt x="2236" y="10849"/>
                  </a:lnTo>
                  <a:lnTo>
                    <a:pt x="168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20"/>
            <p:cNvSpPr/>
            <p:nvPr/>
          </p:nvSpPr>
          <p:spPr>
            <a:xfrm>
              <a:off x="8715799" y="2304402"/>
              <a:ext cx="539514" cy="685788"/>
            </a:xfrm>
            <a:custGeom>
              <a:avLst/>
              <a:gdLst/>
              <a:ahLst/>
              <a:cxnLst/>
              <a:rect l="l" t="t" r="r" b="b"/>
              <a:pathLst>
                <a:path w="7480" h="9508" extrusionOk="0">
                  <a:moveTo>
                    <a:pt x="0" y="0"/>
                  </a:moveTo>
                  <a:lnTo>
                    <a:pt x="946" y="7221"/>
                  </a:lnTo>
                  <a:lnTo>
                    <a:pt x="7479" y="9508"/>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20"/>
            <p:cNvSpPr/>
            <p:nvPr/>
          </p:nvSpPr>
          <p:spPr>
            <a:xfrm>
              <a:off x="8770327" y="1784796"/>
              <a:ext cx="143894" cy="584161"/>
            </a:xfrm>
            <a:custGeom>
              <a:avLst/>
              <a:gdLst/>
              <a:ahLst/>
              <a:cxnLst/>
              <a:rect l="l" t="t" r="r" b="b"/>
              <a:pathLst>
                <a:path w="1995" h="8099" extrusionOk="0">
                  <a:moveTo>
                    <a:pt x="1" y="0"/>
                  </a:moveTo>
                  <a:lnTo>
                    <a:pt x="1995" y="8098"/>
                  </a:lnTo>
                  <a:lnTo>
                    <a:pt x="1754" y="1582"/>
                  </a:lnTo>
                  <a:lnTo>
                    <a:pt x="1720" y="1496"/>
                  </a:lnTo>
                  <a:lnTo>
                    <a:pt x="1410" y="568"/>
                  </a:lnTo>
                  <a:lnTo>
                    <a:pt x="1393" y="550"/>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20"/>
            <p:cNvSpPr/>
            <p:nvPr/>
          </p:nvSpPr>
          <p:spPr>
            <a:xfrm>
              <a:off x="8431761" y="1618614"/>
              <a:ext cx="120381" cy="458875"/>
            </a:xfrm>
            <a:custGeom>
              <a:avLst/>
              <a:gdLst/>
              <a:ahLst/>
              <a:cxnLst/>
              <a:rect l="l" t="t" r="r" b="b"/>
              <a:pathLst>
                <a:path w="1669" h="6362" extrusionOk="0">
                  <a:moveTo>
                    <a:pt x="1669" y="0"/>
                  </a:moveTo>
                  <a:lnTo>
                    <a:pt x="1" y="379"/>
                  </a:lnTo>
                  <a:lnTo>
                    <a:pt x="396" y="6362"/>
                  </a:lnTo>
                  <a:lnTo>
                    <a:pt x="166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20"/>
            <p:cNvSpPr/>
            <p:nvPr/>
          </p:nvSpPr>
          <p:spPr>
            <a:xfrm>
              <a:off x="9105143" y="2014161"/>
              <a:ext cx="1298" cy="104296"/>
            </a:xfrm>
            <a:custGeom>
              <a:avLst/>
              <a:gdLst/>
              <a:ahLst/>
              <a:cxnLst/>
              <a:rect l="l" t="t" r="r" b="b"/>
              <a:pathLst>
                <a:path w="18" h="1446" extrusionOk="0">
                  <a:moveTo>
                    <a:pt x="18" y="53"/>
                  </a:moveTo>
                  <a:lnTo>
                    <a:pt x="18" y="1445"/>
                  </a:lnTo>
                  <a:lnTo>
                    <a:pt x="18" y="1411"/>
                  </a:lnTo>
                  <a:lnTo>
                    <a:pt x="1" y="1394"/>
                  </a:lnTo>
                  <a:lnTo>
                    <a:pt x="1" y="1"/>
                  </a:lnTo>
                  <a:cubicBezTo>
                    <a:pt x="18" y="18"/>
                    <a:pt x="18" y="35"/>
                    <a:pt x="18" y="53"/>
                  </a:cubicBezTo>
                  <a:close/>
                </a:path>
              </a:pathLst>
            </a:custGeom>
            <a:solidFill>
              <a:srgbClr val="B7E8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20"/>
            <p:cNvSpPr/>
            <p:nvPr/>
          </p:nvSpPr>
          <p:spPr>
            <a:xfrm>
              <a:off x="9211820" y="2641670"/>
              <a:ext cx="3751" cy="13704"/>
            </a:xfrm>
            <a:custGeom>
              <a:avLst/>
              <a:gdLst/>
              <a:ahLst/>
              <a:cxnLst/>
              <a:rect l="l" t="t" r="r" b="b"/>
              <a:pathLst>
                <a:path w="52" h="190" extrusionOk="0">
                  <a:moveTo>
                    <a:pt x="52" y="190"/>
                  </a:moveTo>
                  <a:lnTo>
                    <a:pt x="35" y="121"/>
                  </a:lnTo>
                  <a:lnTo>
                    <a:pt x="0" y="1"/>
                  </a:lnTo>
                  <a:cubicBezTo>
                    <a:pt x="17" y="52"/>
                    <a:pt x="35" y="104"/>
                    <a:pt x="52" y="155"/>
                  </a:cubicBezTo>
                  <a:lnTo>
                    <a:pt x="52" y="190"/>
                  </a:lnTo>
                  <a:close/>
                </a:path>
              </a:pathLst>
            </a:custGeom>
            <a:solidFill>
              <a:srgbClr val="49B8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20"/>
            <p:cNvSpPr/>
            <p:nvPr/>
          </p:nvSpPr>
          <p:spPr>
            <a:xfrm>
              <a:off x="9255240" y="2990118"/>
              <a:ext cx="267882" cy="313827"/>
            </a:xfrm>
            <a:custGeom>
              <a:avLst/>
              <a:gdLst/>
              <a:ahLst/>
              <a:cxnLst/>
              <a:rect l="l" t="t" r="r" b="b"/>
              <a:pathLst>
                <a:path w="3714" h="4351" extrusionOk="0">
                  <a:moveTo>
                    <a:pt x="0" y="1"/>
                  </a:moveTo>
                  <a:lnTo>
                    <a:pt x="481" y="1548"/>
                  </a:lnTo>
                  <a:lnTo>
                    <a:pt x="1272" y="4059"/>
                  </a:lnTo>
                  <a:cubicBezTo>
                    <a:pt x="1410" y="4076"/>
                    <a:pt x="1565" y="4110"/>
                    <a:pt x="1719" y="4144"/>
                  </a:cubicBezTo>
                  <a:lnTo>
                    <a:pt x="1737" y="4144"/>
                  </a:lnTo>
                  <a:cubicBezTo>
                    <a:pt x="1737" y="4144"/>
                    <a:pt x="3060" y="4316"/>
                    <a:pt x="3060" y="4316"/>
                  </a:cubicBezTo>
                  <a:lnTo>
                    <a:pt x="3714" y="4351"/>
                  </a:lnTo>
                  <a:lnTo>
                    <a:pt x="3714" y="4334"/>
                  </a:lnTo>
                  <a:lnTo>
                    <a:pt x="3095" y="1634"/>
                  </a:lnTo>
                  <a:lnTo>
                    <a:pt x="2665" y="1411"/>
                  </a:lnTo>
                  <a:lnTo>
                    <a:pt x="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20"/>
            <p:cNvSpPr/>
            <p:nvPr/>
          </p:nvSpPr>
          <p:spPr>
            <a:xfrm>
              <a:off x="6264113" y="3305171"/>
              <a:ext cx="1298" cy="1298"/>
            </a:xfrm>
            <a:custGeom>
              <a:avLst/>
              <a:gdLst/>
              <a:ahLst/>
              <a:cxnLst/>
              <a:rect l="l" t="t" r="r" b="b"/>
              <a:pathLst>
                <a:path w="18" h="18" extrusionOk="0">
                  <a:moveTo>
                    <a:pt x="17" y="0"/>
                  </a:moveTo>
                  <a:lnTo>
                    <a:pt x="0" y="17"/>
                  </a:lnTo>
                  <a:lnTo>
                    <a:pt x="17" y="0"/>
                  </a:lnTo>
                  <a:close/>
                </a:path>
              </a:pathLst>
            </a:custGeom>
            <a:solidFill>
              <a:srgbClr val="B7E8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20"/>
            <p:cNvSpPr/>
            <p:nvPr/>
          </p:nvSpPr>
          <p:spPr>
            <a:xfrm>
              <a:off x="6493478" y="3266727"/>
              <a:ext cx="611497" cy="42195"/>
            </a:xfrm>
            <a:custGeom>
              <a:avLst/>
              <a:gdLst/>
              <a:ahLst/>
              <a:cxnLst/>
              <a:rect l="l" t="t" r="r" b="b"/>
              <a:pathLst>
                <a:path w="8478" h="585" extrusionOk="0">
                  <a:moveTo>
                    <a:pt x="895" y="0"/>
                  </a:moveTo>
                  <a:lnTo>
                    <a:pt x="18" y="516"/>
                  </a:lnTo>
                  <a:lnTo>
                    <a:pt x="1" y="516"/>
                  </a:lnTo>
                  <a:lnTo>
                    <a:pt x="1" y="533"/>
                  </a:lnTo>
                  <a:lnTo>
                    <a:pt x="620" y="533"/>
                  </a:lnTo>
                  <a:lnTo>
                    <a:pt x="5400" y="567"/>
                  </a:lnTo>
                  <a:lnTo>
                    <a:pt x="6895" y="585"/>
                  </a:lnTo>
                  <a:lnTo>
                    <a:pt x="8477" y="585"/>
                  </a:lnTo>
                  <a:lnTo>
                    <a:pt x="8477" y="567"/>
                  </a:lnTo>
                  <a:lnTo>
                    <a:pt x="8443" y="516"/>
                  </a:lnTo>
                  <a:lnTo>
                    <a:pt x="8116" y="120"/>
                  </a:lnTo>
                  <a:lnTo>
                    <a:pt x="7428" y="120"/>
                  </a:lnTo>
                  <a:lnTo>
                    <a:pt x="6517" y="516"/>
                  </a:lnTo>
                  <a:lnTo>
                    <a:pt x="5400" y="138"/>
                  </a:lnTo>
                  <a:lnTo>
                    <a:pt x="5314" y="138"/>
                  </a:lnTo>
                  <a:lnTo>
                    <a:pt x="89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20"/>
            <p:cNvSpPr/>
            <p:nvPr/>
          </p:nvSpPr>
          <p:spPr>
            <a:xfrm>
              <a:off x="8356171" y="3262977"/>
              <a:ext cx="424182" cy="40968"/>
            </a:xfrm>
            <a:custGeom>
              <a:avLst/>
              <a:gdLst/>
              <a:ahLst/>
              <a:cxnLst/>
              <a:rect l="l" t="t" r="r" b="b"/>
              <a:pathLst>
                <a:path w="5881" h="568" extrusionOk="0">
                  <a:moveTo>
                    <a:pt x="2923" y="0"/>
                  </a:moveTo>
                  <a:lnTo>
                    <a:pt x="1719" y="172"/>
                  </a:lnTo>
                  <a:lnTo>
                    <a:pt x="309" y="361"/>
                  </a:lnTo>
                  <a:lnTo>
                    <a:pt x="0" y="568"/>
                  </a:lnTo>
                  <a:lnTo>
                    <a:pt x="5880" y="568"/>
                  </a:lnTo>
                  <a:lnTo>
                    <a:pt x="5278" y="276"/>
                  </a:lnTo>
                  <a:lnTo>
                    <a:pt x="292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20"/>
            <p:cNvSpPr/>
            <p:nvPr/>
          </p:nvSpPr>
          <p:spPr>
            <a:xfrm>
              <a:off x="8993562" y="3262977"/>
              <a:ext cx="483687" cy="38516"/>
            </a:xfrm>
            <a:custGeom>
              <a:avLst/>
              <a:gdLst/>
              <a:ahLst/>
              <a:cxnLst/>
              <a:rect l="l" t="t" r="r" b="b"/>
              <a:pathLst>
                <a:path w="6706" h="534" extrusionOk="0">
                  <a:moveTo>
                    <a:pt x="997" y="0"/>
                  </a:moveTo>
                  <a:lnTo>
                    <a:pt x="0" y="533"/>
                  </a:lnTo>
                  <a:lnTo>
                    <a:pt x="6706" y="533"/>
                  </a:lnTo>
                  <a:lnTo>
                    <a:pt x="4900" y="276"/>
                  </a:lnTo>
                  <a:lnTo>
                    <a:pt x="261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20"/>
            <p:cNvSpPr/>
            <p:nvPr/>
          </p:nvSpPr>
          <p:spPr>
            <a:xfrm>
              <a:off x="6336024" y="3033539"/>
              <a:ext cx="72" cy="1298"/>
            </a:xfrm>
            <a:custGeom>
              <a:avLst/>
              <a:gdLst/>
              <a:ahLst/>
              <a:cxnLst/>
              <a:rect l="l" t="t" r="r" b="b"/>
              <a:pathLst>
                <a:path w="1" h="18" extrusionOk="0">
                  <a:moveTo>
                    <a:pt x="0" y="1"/>
                  </a:moveTo>
                  <a:lnTo>
                    <a:pt x="0" y="18"/>
                  </a:lnTo>
                  <a:lnTo>
                    <a:pt x="0" y="1"/>
                  </a:lnTo>
                  <a:lnTo>
                    <a:pt x="0" y="1"/>
                  </a:lnTo>
                  <a:close/>
                </a:path>
              </a:pathLst>
            </a:custGeom>
            <a:solidFill>
              <a:srgbClr val="82C1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20"/>
            <p:cNvSpPr/>
            <p:nvPr/>
          </p:nvSpPr>
          <p:spPr>
            <a:xfrm>
              <a:off x="6336024" y="3021133"/>
              <a:ext cx="2524" cy="8800"/>
            </a:xfrm>
            <a:custGeom>
              <a:avLst/>
              <a:gdLst/>
              <a:ahLst/>
              <a:cxnLst/>
              <a:rect l="l" t="t" r="r" b="b"/>
              <a:pathLst>
                <a:path w="35" h="122" extrusionOk="0">
                  <a:moveTo>
                    <a:pt x="35" y="1"/>
                  </a:moveTo>
                  <a:cubicBezTo>
                    <a:pt x="35" y="35"/>
                    <a:pt x="18" y="87"/>
                    <a:pt x="0" y="121"/>
                  </a:cubicBezTo>
                  <a:lnTo>
                    <a:pt x="18" y="70"/>
                  </a:lnTo>
                  <a:cubicBezTo>
                    <a:pt x="35" y="52"/>
                    <a:pt x="35" y="18"/>
                    <a:pt x="35" y="1"/>
                  </a:cubicBezTo>
                  <a:close/>
                </a:path>
              </a:pathLst>
            </a:custGeom>
            <a:solidFill>
              <a:srgbClr val="82C1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4" name="Google Shape;564;p20"/>
          <p:cNvGrpSpPr/>
          <p:nvPr/>
        </p:nvGrpSpPr>
        <p:grpSpPr>
          <a:xfrm flipH="1">
            <a:off x="7398551" y="3509110"/>
            <a:ext cx="3978120" cy="2127896"/>
            <a:chOff x="3090225" y="3044025"/>
            <a:chExt cx="986050" cy="527425"/>
          </a:xfrm>
        </p:grpSpPr>
        <p:sp>
          <p:nvSpPr>
            <p:cNvPr id="565" name="Google Shape;565;p20"/>
            <p:cNvSpPr/>
            <p:nvPr/>
          </p:nvSpPr>
          <p:spPr>
            <a:xfrm>
              <a:off x="3090225" y="3307950"/>
              <a:ext cx="986050" cy="263500"/>
            </a:xfrm>
            <a:custGeom>
              <a:avLst/>
              <a:gdLst/>
              <a:ahLst/>
              <a:cxnLst/>
              <a:rect l="l" t="t" r="r" b="b"/>
              <a:pathLst>
                <a:path w="39442" h="10540" extrusionOk="0">
                  <a:moveTo>
                    <a:pt x="36828" y="0"/>
                  </a:moveTo>
                  <a:lnTo>
                    <a:pt x="34318" y="0"/>
                  </a:lnTo>
                  <a:lnTo>
                    <a:pt x="29229" y="0"/>
                  </a:lnTo>
                  <a:lnTo>
                    <a:pt x="24071" y="0"/>
                  </a:lnTo>
                  <a:lnTo>
                    <a:pt x="19188" y="0"/>
                  </a:lnTo>
                  <a:lnTo>
                    <a:pt x="16816" y="0"/>
                  </a:lnTo>
                  <a:lnTo>
                    <a:pt x="11709" y="0"/>
                  </a:lnTo>
                  <a:lnTo>
                    <a:pt x="7015" y="0"/>
                  </a:lnTo>
                  <a:lnTo>
                    <a:pt x="4505" y="0"/>
                  </a:lnTo>
                  <a:lnTo>
                    <a:pt x="1" y="0"/>
                  </a:lnTo>
                  <a:lnTo>
                    <a:pt x="929" y="654"/>
                  </a:lnTo>
                  <a:lnTo>
                    <a:pt x="2373" y="1256"/>
                  </a:lnTo>
                  <a:lnTo>
                    <a:pt x="4505" y="516"/>
                  </a:lnTo>
                  <a:lnTo>
                    <a:pt x="7015" y="3061"/>
                  </a:lnTo>
                  <a:lnTo>
                    <a:pt x="9182" y="3766"/>
                  </a:lnTo>
                  <a:lnTo>
                    <a:pt x="13119" y="3319"/>
                  </a:lnTo>
                  <a:lnTo>
                    <a:pt x="15371" y="4900"/>
                  </a:lnTo>
                  <a:lnTo>
                    <a:pt x="18380" y="9216"/>
                  </a:lnTo>
                  <a:lnTo>
                    <a:pt x="22885" y="10540"/>
                  </a:lnTo>
                  <a:lnTo>
                    <a:pt x="23658" y="6964"/>
                  </a:lnTo>
                  <a:lnTo>
                    <a:pt x="27235" y="6104"/>
                  </a:lnTo>
                  <a:lnTo>
                    <a:pt x="29263" y="4178"/>
                  </a:lnTo>
                  <a:lnTo>
                    <a:pt x="32014" y="4178"/>
                  </a:lnTo>
                  <a:lnTo>
                    <a:pt x="34524" y="1341"/>
                  </a:lnTo>
                  <a:lnTo>
                    <a:pt x="36536" y="1926"/>
                  </a:lnTo>
                  <a:lnTo>
                    <a:pt x="39442" y="0"/>
                  </a:lnTo>
                  <a:close/>
                </a:path>
              </a:pathLst>
            </a:custGeom>
            <a:solidFill>
              <a:srgbClr val="36A3D2">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20"/>
            <p:cNvSpPr/>
            <p:nvPr/>
          </p:nvSpPr>
          <p:spPr>
            <a:xfrm>
              <a:off x="3090225" y="3044025"/>
              <a:ext cx="986050" cy="263950"/>
            </a:xfrm>
            <a:custGeom>
              <a:avLst/>
              <a:gdLst/>
              <a:ahLst/>
              <a:cxnLst/>
              <a:rect l="l" t="t" r="r" b="b"/>
              <a:pathLst>
                <a:path w="39442" h="10558" extrusionOk="0">
                  <a:moveTo>
                    <a:pt x="38496" y="9887"/>
                  </a:moveTo>
                  <a:lnTo>
                    <a:pt x="37052" y="9302"/>
                  </a:lnTo>
                  <a:lnTo>
                    <a:pt x="34920" y="10024"/>
                  </a:lnTo>
                  <a:lnTo>
                    <a:pt x="32410" y="7480"/>
                  </a:lnTo>
                  <a:lnTo>
                    <a:pt x="30243" y="6775"/>
                  </a:lnTo>
                  <a:lnTo>
                    <a:pt x="26306" y="7222"/>
                  </a:lnTo>
                  <a:lnTo>
                    <a:pt x="24054" y="5657"/>
                  </a:lnTo>
                  <a:lnTo>
                    <a:pt x="21045" y="1325"/>
                  </a:lnTo>
                  <a:lnTo>
                    <a:pt x="16540" y="1"/>
                  </a:lnTo>
                  <a:lnTo>
                    <a:pt x="15767" y="3577"/>
                  </a:lnTo>
                  <a:lnTo>
                    <a:pt x="12191" y="4437"/>
                  </a:lnTo>
                  <a:lnTo>
                    <a:pt x="10162" y="6379"/>
                  </a:lnTo>
                  <a:lnTo>
                    <a:pt x="7411" y="6379"/>
                  </a:lnTo>
                  <a:lnTo>
                    <a:pt x="4901" y="9199"/>
                  </a:lnTo>
                  <a:lnTo>
                    <a:pt x="2889" y="8615"/>
                  </a:lnTo>
                  <a:lnTo>
                    <a:pt x="1" y="10557"/>
                  </a:lnTo>
                  <a:lnTo>
                    <a:pt x="22610" y="10557"/>
                  </a:lnTo>
                  <a:lnTo>
                    <a:pt x="32410" y="10557"/>
                  </a:lnTo>
                  <a:lnTo>
                    <a:pt x="39442" y="10557"/>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20"/>
            <p:cNvSpPr/>
            <p:nvPr/>
          </p:nvSpPr>
          <p:spPr>
            <a:xfrm>
              <a:off x="3212725" y="3203500"/>
              <a:ext cx="132425" cy="104475"/>
            </a:xfrm>
            <a:custGeom>
              <a:avLst/>
              <a:gdLst/>
              <a:ahLst/>
              <a:cxnLst/>
              <a:rect l="l" t="t" r="r" b="b"/>
              <a:pathLst>
                <a:path w="5297" h="4179" extrusionOk="0">
                  <a:moveTo>
                    <a:pt x="1" y="2820"/>
                  </a:moveTo>
                  <a:lnTo>
                    <a:pt x="2511" y="0"/>
                  </a:lnTo>
                  <a:lnTo>
                    <a:pt x="5296" y="4178"/>
                  </a:lnTo>
                  <a:lnTo>
                    <a:pt x="224" y="4178"/>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20"/>
            <p:cNvSpPr/>
            <p:nvPr/>
          </p:nvSpPr>
          <p:spPr>
            <a:xfrm>
              <a:off x="3155125" y="3274000"/>
              <a:ext cx="63225" cy="33975"/>
            </a:xfrm>
            <a:custGeom>
              <a:avLst/>
              <a:gdLst/>
              <a:ahLst/>
              <a:cxnLst/>
              <a:rect l="l" t="t" r="r" b="b"/>
              <a:pathLst>
                <a:path w="2529" h="1359" extrusionOk="0">
                  <a:moveTo>
                    <a:pt x="2305" y="0"/>
                  </a:moveTo>
                  <a:lnTo>
                    <a:pt x="413" y="361"/>
                  </a:lnTo>
                  <a:lnTo>
                    <a:pt x="1" y="1358"/>
                  </a:lnTo>
                  <a:lnTo>
                    <a:pt x="2528" y="1358"/>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20"/>
            <p:cNvSpPr/>
            <p:nvPr/>
          </p:nvSpPr>
          <p:spPr>
            <a:xfrm>
              <a:off x="3090225" y="3283025"/>
              <a:ext cx="75250" cy="24950"/>
            </a:xfrm>
            <a:custGeom>
              <a:avLst/>
              <a:gdLst/>
              <a:ahLst/>
              <a:cxnLst/>
              <a:rect l="l" t="t" r="r" b="b"/>
              <a:pathLst>
                <a:path w="3010" h="998" extrusionOk="0">
                  <a:moveTo>
                    <a:pt x="3009" y="0"/>
                  </a:moveTo>
                  <a:lnTo>
                    <a:pt x="1" y="997"/>
                  </a:lnTo>
                  <a:lnTo>
                    <a:pt x="2597" y="997"/>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20"/>
            <p:cNvSpPr/>
            <p:nvPr/>
          </p:nvSpPr>
          <p:spPr>
            <a:xfrm>
              <a:off x="3275475" y="3203500"/>
              <a:ext cx="72250" cy="104475"/>
            </a:xfrm>
            <a:custGeom>
              <a:avLst/>
              <a:gdLst/>
              <a:ahLst/>
              <a:cxnLst/>
              <a:rect l="l" t="t" r="r" b="b"/>
              <a:pathLst>
                <a:path w="2890" h="4179" extrusionOk="0">
                  <a:moveTo>
                    <a:pt x="2786" y="4178"/>
                  </a:moveTo>
                  <a:lnTo>
                    <a:pt x="2270" y="379"/>
                  </a:lnTo>
                  <a:lnTo>
                    <a:pt x="2889" y="1393"/>
                  </a:lnTo>
                  <a:lnTo>
                    <a:pt x="2752" y="0"/>
                  </a:ln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20"/>
            <p:cNvSpPr/>
            <p:nvPr/>
          </p:nvSpPr>
          <p:spPr>
            <a:xfrm>
              <a:off x="3345125" y="3248200"/>
              <a:ext cx="128975" cy="59775"/>
            </a:xfrm>
            <a:custGeom>
              <a:avLst/>
              <a:gdLst/>
              <a:ahLst/>
              <a:cxnLst/>
              <a:rect l="l" t="t" r="r" b="b"/>
              <a:pathLst>
                <a:path w="5159" h="2391" extrusionOk="0">
                  <a:moveTo>
                    <a:pt x="0" y="2390"/>
                  </a:moveTo>
                  <a:lnTo>
                    <a:pt x="1599" y="1"/>
                  </a:lnTo>
                  <a:lnTo>
                    <a:pt x="4556" y="1531"/>
                  </a:lnTo>
                  <a:lnTo>
                    <a:pt x="5158" y="239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20"/>
            <p:cNvSpPr/>
            <p:nvPr/>
          </p:nvSpPr>
          <p:spPr>
            <a:xfrm>
              <a:off x="3385100" y="3219825"/>
              <a:ext cx="136275" cy="66650"/>
            </a:xfrm>
            <a:custGeom>
              <a:avLst/>
              <a:gdLst/>
              <a:ahLst/>
              <a:cxnLst/>
              <a:rect l="l" t="t" r="r" b="b"/>
              <a:pathLst>
                <a:path w="5451" h="2666" extrusionOk="0">
                  <a:moveTo>
                    <a:pt x="0" y="1136"/>
                  </a:moveTo>
                  <a:lnTo>
                    <a:pt x="5450" y="1"/>
                  </a:lnTo>
                  <a:lnTo>
                    <a:pt x="2957" y="2666"/>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20"/>
            <p:cNvSpPr/>
            <p:nvPr/>
          </p:nvSpPr>
          <p:spPr>
            <a:xfrm>
              <a:off x="3459025" y="3219825"/>
              <a:ext cx="137125" cy="88150"/>
            </a:xfrm>
            <a:custGeom>
              <a:avLst/>
              <a:gdLst/>
              <a:ahLst/>
              <a:cxnLst/>
              <a:rect l="l" t="t" r="r" b="b"/>
              <a:pathLst>
                <a:path w="5485" h="3526" extrusionOk="0">
                  <a:moveTo>
                    <a:pt x="602" y="3525"/>
                  </a:moveTo>
                  <a:lnTo>
                    <a:pt x="5485" y="3525"/>
                  </a:lnTo>
                  <a:lnTo>
                    <a:pt x="2493" y="1"/>
                  </a:lnTo>
                  <a:lnTo>
                    <a:pt x="0" y="2666"/>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20"/>
            <p:cNvSpPr/>
            <p:nvPr/>
          </p:nvSpPr>
          <p:spPr>
            <a:xfrm>
              <a:off x="3464175" y="3133450"/>
              <a:ext cx="57200" cy="86400"/>
            </a:xfrm>
            <a:custGeom>
              <a:avLst/>
              <a:gdLst/>
              <a:ahLst/>
              <a:cxnLst/>
              <a:rect l="l" t="t" r="r" b="b"/>
              <a:pathLst>
                <a:path w="2288" h="3456" extrusionOk="0">
                  <a:moveTo>
                    <a:pt x="2287" y="3456"/>
                  </a:moveTo>
                  <a:lnTo>
                    <a:pt x="1" y="1702"/>
                  </a:lnTo>
                  <a:lnTo>
                    <a:pt x="80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20"/>
            <p:cNvSpPr/>
            <p:nvPr/>
          </p:nvSpPr>
          <p:spPr>
            <a:xfrm>
              <a:off x="3385100" y="3176000"/>
              <a:ext cx="136275" cy="72225"/>
            </a:xfrm>
            <a:custGeom>
              <a:avLst/>
              <a:gdLst/>
              <a:ahLst/>
              <a:cxnLst/>
              <a:rect l="l" t="t" r="r" b="b"/>
              <a:pathLst>
                <a:path w="5451" h="2889" extrusionOk="0">
                  <a:moveTo>
                    <a:pt x="3164" y="0"/>
                  </a:moveTo>
                  <a:lnTo>
                    <a:pt x="310" y="1754"/>
                  </a:lnTo>
                  <a:lnTo>
                    <a:pt x="0" y="2889"/>
                  </a:lnTo>
                  <a:lnTo>
                    <a:pt x="5450" y="175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20"/>
            <p:cNvSpPr/>
            <p:nvPr/>
          </p:nvSpPr>
          <p:spPr>
            <a:xfrm>
              <a:off x="3344250" y="3133450"/>
              <a:ext cx="140150" cy="70075"/>
            </a:xfrm>
            <a:custGeom>
              <a:avLst/>
              <a:gdLst/>
              <a:ahLst/>
              <a:cxnLst/>
              <a:rect l="l" t="t" r="r" b="b"/>
              <a:pathLst>
                <a:path w="5606" h="2803" extrusionOk="0">
                  <a:moveTo>
                    <a:pt x="1" y="2802"/>
                  </a:moveTo>
                  <a:lnTo>
                    <a:pt x="2270" y="1221"/>
                  </a:lnTo>
                  <a:lnTo>
                    <a:pt x="4798" y="860"/>
                  </a:lnTo>
                  <a:lnTo>
                    <a:pt x="4798" y="1702"/>
                  </a:lnTo>
                  <a:lnTo>
                    <a:pt x="5606" y="0"/>
                  </a:lnTo>
                  <a:lnTo>
                    <a:pt x="2030" y="86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20"/>
            <p:cNvSpPr/>
            <p:nvPr/>
          </p:nvSpPr>
          <p:spPr>
            <a:xfrm>
              <a:off x="3344250" y="3203500"/>
              <a:ext cx="48600" cy="44725"/>
            </a:xfrm>
            <a:custGeom>
              <a:avLst/>
              <a:gdLst/>
              <a:ahLst/>
              <a:cxnLst/>
              <a:rect l="l" t="t" r="r" b="b"/>
              <a:pathLst>
                <a:path w="1944" h="1789" extrusionOk="0">
                  <a:moveTo>
                    <a:pt x="1944" y="654"/>
                  </a:moveTo>
                  <a:lnTo>
                    <a:pt x="1" y="0"/>
                  </a:lnTo>
                  <a:lnTo>
                    <a:pt x="138" y="1393"/>
                  </a:lnTo>
                  <a:lnTo>
                    <a:pt x="1634" y="1789"/>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20"/>
            <p:cNvSpPr/>
            <p:nvPr/>
          </p:nvSpPr>
          <p:spPr>
            <a:xfrm>
              <a:off x="3521350" y="3219825"/>
              <a:ext cx="153475" cy="88150"/>
            </a:xfrm>
            <a:custGeom>
              <a:avLst/>
              <a:gdLst/>
              <a:ahLst/>
              <a:cxnLst/>
              <a:rect l="l" t="t" r="r" b="b"/>
              <a:pathLst>
                <a:path w="6139" h="3526" extrusionOk="0">
                  <a:moveTo>
                    <a:pt x="0" y="1"/>
                  </a:moveTo>
                  <a:lnTo>
                    <a:pt x="6138" y="2494"/>
                  </a:lnTo>
                  <a:lnTo>
                    <a:pt x="2992" y="3525"/>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20"/>
            <p:cNvSpPr/>
            <p:nvPr/>
          </p:nvSpPr>
          <p:spPr>
            <a:xfrm>
              <a:off x="3596125" y="3248200"/>
              <a:ext cx="187000" cy="59775"/>
            </a:xfrm>
            <a:custGeom>
              <a:avLst/>
              <a:gdLst/>
              <a:ahLst/>
              <a:cxnLst/>
              <a:rect l="l" t="t" r="r" b="b"/>
              <a:pathLst>
                <a:path w="7480" h="2391" extrusionOk="0">
                  <a:moveTo>
                    <a:pt x="3147" y="1359"/>
                  </a:moveTo>
                  <a:lnTo>
                    <a:pt x="5073" y="1"/>
                  </a:lnTo>
                  <a:lnTo>
                    <a:pt x="7480" y="2390"/>
                  </a:lnTo>
                  <a:lnTo>
                    <a:pt x="1" y="239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20"/>
            <p:cNvSpPr/>
            <p:nvPr/>
          </p:nvSpPr>
          <p:spPr>
            <a:xfrm>
              <a:off x="3521350" y="3188025"/>
              <a:ext cx="201600" cy="94150"/>
            </a:xfrm>
            <a:custGeom>
              <a:avLst/>
              <a:gdLst/>
              <a:ahLst/>
              <a:cxnLst/>
              <a:rect l="l" t="t" r="r" b="b"/>
              <a:pathLst>
                <a:path w="8064" h="3766" extrusionOk="0">
                  <a:moveTo>
                    <a:pt x="0" y="1273"/>
                  </a:moveTo>
                  <a:lnTo>
                    <a:pt x="5365" y="1"/>
                  </a:lnTo>
                  <a:lnTo>
                    <a:pt x="8064" y="2408"/>
                  </a:lnTo>
                  <a:lnTo>
                    <a:pt x="6138" y="3766"/>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20"/>
            <p:cNvSpPr/>
            <p:nvPr/>
          </p:nvSpPr>
          <p:spPr>
            <a:xfrm>
              <a:off x="3484375" y="3044025"/>
              <a:ext cx="207200" cy="141450"/>
            </a:xfrm>
            <a:custGeom>
              <a:avLst/>
              <a:gdLst/>
              <a:ahLst/>
              <a:cxnLst/>
              <a:rect l="l" t="t" r="r" b="b"/>
              <a:pathLst>
                <a:path w="8288" h="5658" extrusionOk="0">
                  <a:moveTo>
                    <a:pt x="1" y="3577"/>
                  </a:moveTo>
                  <a:lnTo>
                    <a:pt x="1187" y="1136"/>
                  </a:lnTo>
                  <a:lnTo>
                    <a:pt x="1479" y="5314"/>
                  </a:lnTo>
                  <a:lnTo>
                    <a:pt x="4144" y="3715"/>
                  </a:lnTo>
                  <a:lnTo>
                    <a:pt x="4952" y="1823"/>
                  </a:lnTo>
                  <a:lnTo>
                    <a:pt x="8288" y="5657"/>
                  </a:lnTo>
                  <a:lnTo>
                    <a:pt x="5279" y="1325"/>
                  </a:lnTo>
                  <a:lnTo>
                    <a:pt x="77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20"/>
            <p:cNvSpPr/>
            <p:nvPr/>
          </p:nvSpPr>
          <p:spPr>
            <a:xfrm>
              <a:off x="3521350" y="3181150"/>
              <a:ext cx="134125" cy="38700"/>
            </a:xfrm>
            <a:custGeom>
              <a:avLst/>
              <a:gdLst/>
              <a:ahLst/>
              <a:cxnLst/>
              <a:rect l="l" t="t" r="r" b="b"/>
              <a:pathLst>
                <a:path w="5365" h="1548" extrusionOk="0">
                  <a:moveTo>
                    <a:pt x="0" y="1548"/>
                  </a:moveTo>
                  <a:lnTo>
                    <a:pt x="1943" y="0"/>
                  </a:lnTo>
                  <a:lnTo>
                    <a:pt x="5365" y="276"/>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20"/>
            <p:cNvSpPr/>
            <p:nvPr/>
          </p:nvSpPr>
          <p:spPr>
            <a:xfrm>
              <a:off x="3655450" y="3188025"/>
              <a:ext cx="92450" cy="60200"/>
            </a:xfrm>
            <a:custGeom>
              <a:avLst/>
              <a:gdLst/>
              <a:ahLst/>
              <a:cxnLst/>
              <a:rect l="l" t="t" r="r" b="b"/>
              <a:pathLst>
                <a:path w="3698" h="2408" extrusionOk="0">
                  <a:moveTo>
                    <a:pt x="1" y="1"/>
                  </a:moveTo>
                  <a:lnTo>
                    <a:pt x="3697" y="1462"/>
                  </a:lnTo>
                  <a:lnTo>
                    <a:pt x="2700" y="2408"/>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20"/>
            <p:cNvSpPr/>
            <p:nvPr/>
          </p:nvSpPr>
          <p:spPr>
            <a:xfrm>
              <a:off x="3722925" y="3224550"/>
              <a:ext cx="128550" cy="83425"/>
            </a:xfrm>
            <a:custGeom>
              <a:avLst/>
              <a:gdLst/>
              <a:ahLst/>
              <a:cxnLst/>
              <a:rect l="l" t="t" r="r" b="b"/>
              <a:pathLst>
                <a:path w="5142" h="3337" extrusionOk="0">
                  <a:moveTo>
                    <a:pt x="998" y="1"/>
                  </a:moveTo>
                  <a:lnTo>
                    <a:pt x="5142" y="947"/>
                  </a:lnTo>
                  <a:lnTo>
                    <a:pt x="2408" y="3336"/>
                  </a:lnTo>
                  <a:lnTo>
                    <a:pt x="1" y="947"/>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20"/>
            <p:cNvSpPr/>
            <p:nvPr/>
          </p:nvSpPr>
          <p:spPr>
            <a:xfrm>
              <a:off x="3783100" y="3248200"/>
              <a:ext cx="180125" cy="59775"/>
            </a:xfrm>
            <a:custGeom>
              <a:avLst/>
              <a:gdLst/>
              <a:ahLst/>
              <a:cxnLst/>
              <a:rect l="l" t="t" r="r" b="b"/>
              <a:pathLst>
                <a:path w="7205" h="2391" extrusionOk="0">
                  <a:moveTo>
                    <a:pt x="2735" y="1"/>
                  </a:moveTo>
                  <a:lnTo>
                    <a:pt x="7205" y="1857"/>
                  </a:lnTo>
                  <a:lnTo>
                    <a:pt x="7205" y="2390"/>
                  </a:lnTo>
                  <a:lnTo>
                    <a:pt x="1" y="239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20"/>
            <p:cNvSpPr/>
            <p:nvPr/>
          </p:nvSpPr>
          <p:spPr>
            <a:xfrm>
              <a:off x="3747875" y="3213375"/>
              <a:ext cx="215350" cy="81275"/>
            </a:xfrm>
            <a:custGeom>
              <a:avLst/>
              <a:gdLst/>
              <a:ahLst/>
              <a:cxnLst/>
              <a:rect l="l" t="t" r="r" b="b"/>
              <a:pathLst>
                <a:path w="8614" h="3251" extrusionOk="0">
                  <a:moveTo>
                    <a:pt x="0" y="448"/>
                  </a:moveTo>
                  <a:lnTo>
                    <a:pt x="3679" y="362"/>
                  </a:lnTo>
                  <a:lnTo>
                    <a:pt x="8614" y="3250"/>
                  </a:lnTo>
                  <a:lnTo>
                    <a:pt x="6104" y="706"/>
                  </a:lnTo>
                  <a:lnTo>
                    <a:pt x="39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20"/>
            <p:cNvSpPr/>
            <p:nvPr/>
          </p:nvSpPr>
          <p:spPr>
            <a:xfrm>
              <a:off x="3963200" y="3294625"/>
              <a:ext cx="113075" cy="13350"/>
            </a:xfrm>
            <a:custGeom>
              <a:avLst/>
              <a:gdLst/>
              <a:ahLst/>
              <a:cxnLst/>
              <a:rect l="l" t="t" r="r" b="b"/>
              <a:pathLst>
                <a:path w="4523" h="534" extrusionOk="0">
                  <a:moveTo>
                    <a:pt x="1" y="0"/>
                  </a:moveTo>
                  <a:lnTo>
                    <a:pt x="4523" y="533"/>
                  </a:lnTo>
                  <a:lnTo>
                    <a:pt x="1" y="533"/>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20"/>
            <p:cNvSpPr/>
            <p:nvPr/>
          </p:nvSpPr>
          <p:spPr>
            <a:xfrm>
              <a:off x="3963200" y="3276575"/>
              <a:ext cx="89450" cy="18075"/>
            </a:xfrm>
            <a:custGeom>
              <a:avLst/>
              <a:gdLst/>
              <a:ahLst/>
              <a:cxnLst/>
              <a:rect l="l" t="t" r="r" b="b"/>
              <a:pathLst>
                <a:path w="3578" h="723" extrusionOk="0">
                  <a:moveTo>
                    <a:pt x="1" y="722"/>
                  </a:moveTo>
                  <a:lnTo>
                    <a:pt x="2030" y="327"/>
                  </a:lnTo>
                  <a:lnTo>
                    <a:pt x="3577" y="585"/>
                  </a:lnTo>
                  <a:lnTo>
                    <a:pt x="213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20"/>
            <p:cNvSpPr/>
            <p:nvPr/>
          </p:nvSpPr>
          <p:spPr>
            <a:xfrm>
              <a:off x="3132775" y="3259375"/>
              <a:ext cx="79975" cy="28825"/>
            </a:xfrm>
            <a:custGeom>
              <a:avLst/>
              <a:gdLst/>
              <a:ahLst/>
              <a:cxnLst/>
              <a:rect l="l" t="t" r="r" b="b"/>
              <a:pathLst>
                <a:path w="3199" h="1153" extrusionOk="0">
                  <a:moveTo>
                    <a:pt x="1187" y="1"/>
                  </a:moveTo>
                  <a:lnTo>
                    <a:pt x="1" y="1153"/>
                  </a:lnTo>
                  <a:lnTo>
                    <a:pt x="1961" y="413"/>
                  </a:lnTo>
                  <a:lnTo>
                    <a:pt x="3199" y="585"/>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1066"/>
        <p:cNvGrpSpPr/>
        <p:nvPr/>
      </p:nvGrpSpPr>
      <p:grpSpPr>
        <a:xfrm>
          <a:off x="0" y="0"/>
          <a:ext cx="0" cy="0"/>
          <a:chOff x="0" y="0"/>
          <a:chExt cx="0" cy="0"/>
        </a:xfrm>
      </p:grpSpPr>
      <p:sp>
        <p:nvSpPr>
          <p:cNvPr id="1067" name="Google Shape;1067;p3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068" name="Google Shape;1068;p31"/>
          <p:cNvSpPr/>
          <p:nvPr/>
        </p:nvSpPr>
        <p:spPr>
          <a:xfrm>
            <a:off x="0" y="4570900"/>
            <a:ext cx="9144000" cy="5727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69" name="Google Shape;1069;p31"/>
          <p:cNvGrpSpPr/>
          <p:nvPr/>
        </p:nvGrpSpPr>
        <p:grpSpPr>
          <a:xfrm>
            <a:off x="8499761" y="2784639"/>
            <a:ext cx="2959976" cy="3546134"/>
            <a:chOff x="6260362" y="1343303"/>
            <a:chExt cx="3262760" cy="3908878"/>
          </a:xfrm>
        </p:grpSpPr>
        <p:sp>
          <p:nvSpPr>
            <p:cNvPr id="1070" name="Google Shape;1070;p31"/>
            <p:cNvSpPr/>
            <p:nvPr/>
          </p:nvSpPr>
          <p:spPr>
            <a:xfrm>
              <a:off x="6260362" y="3282812"/>
              <a:ext cx="3262760" cy="1969369"/>
            </a:xfrm>
            <a:custGeom>
              <a:avLst/>
              <a:gdLst/>
              <a:ahLst/>
              <a:cxnLst/>
              <a:rect l="l" t="t" r="r" b="b"/>
              <a:pathLst>
                <a:path w="45236" h="27304" extrusionOk="0">
                  <a:moveTo>
                    <a:pt x="29143" y="1"/>
                  </a:moveTo>
                  <a:lnTo>
                    <a:pt x="29109" y="121"/>
                  </a:lnTo>
                  <a:lnTo>
                    <a:pt x="8099" y="121"/>
                  </a:lnTo>
                  <a:cubicBezTo>
                    <a:pt x="7824" y="138"/>
                    <a:pt x="7291" y="172"/>
                    <a:pt x="7291" y="172"/>
                  </a:cubicBezTo>
                  <a:lnTo>
                    <a:pt x="654" y="172"/>
                  </a:lnTo>
                  <a:lnTo>
                    <a:pt x="1" y="138"/>
                  </a:lnTo>
                  <a:lnTo>
                    <a:pt x="620" y="2855"/>
                  </a:lnTo>
                  <a:lnTo>
                    <a:pt x="620" y="2837"/>
                  </a:lnTo>
                  <a:lnTo>
                    <a:pt x="1049" y="3078"/>
                  </a:lnTo>
                  <a:lnTo>
                    <a:pt x="3714" y="4471"/>
                  </a:lnTo>
                  <a:lnTo>
                    <a:pt x="4265" y="9130"/>
                  </a:lnTo>
                  <a:lnTo>
                    <a:pt x="4265" y="9147"/>
                  </a:lnTo>
                  <a:cubicBezTo>
                    <a:pt x="4282" y="9199"/>
                    <a:pt x="4299" y="9268"/>
                    <a:pt x="4316" y="9302"/>
                  </a:cubicBezTo>
                  <a:lnTo>
                    <a:pt x="4282" y="9182"/>
                  </a:lnTo>
                  <a:lnTo>
                    <a:pt x="5778" y="12397"/>
                  </a:lnTo>
                  <a:lnTo>
                    <a:pt x="5778" y="17967"/>
                  </a:lnTo>
                  <a:cubicBezTo>
                    <a:pt x="5778" y="17967"/>
                    <a:pt x="5778" y="17985"/>
                    <a:pt x="5795" y="18002"/>
                  </a:cubicBezTo>
                  <a:cubicBezTo>
                    <a:pt x="6035" y="18260"/>
                    <a:pt x="8219" y="19360"/>
                    <a:pt x="8632" y="19566"/>
                  </a:cubicBezTo>
                  <a:lnTo>
                    <a:pt x="8666" y="19601"/>
                  </a:lnTo>
                  <a:lnTo>
                    <a:pt x="8700" y="19601"/>
                  </a:lnTo>
                  <a:lnTo>
                    <a:pt x="8718" y="19704"/>
                  </a:lnTo>
                  <a:lnTo>
                    <a:pt x="8752" y="19807"/>
                  </a:lnTo>
                  <a:lnTo>
                    <a:pt x="8786" y="19876"/>
                  </a:lnTo>
                  <a:lnTo>
                    <a:pt x="8821" y="20013"/>
                  </a:lnTo>
                  <a:lnTo>
                    <a:pt x="8872" y="20168"/>
                  </a:lnTo>
                  <a:cubicBezTo>
                    <a:pt x="8941" y="20374"/>
                    <a:pt x="9010" y="20564"/>
                    <a:pt x="9044" y="20615"/>
                  </a:cubicBezTo>
                  <a:lnTo>
                    <a:pt x="9044" y="20649"/>
                  </a:lnTo>
                  <a:lnTo>
                    <a:pt x="10454" y="21182"/>
                  </a:lnTo>
                  <a:lnTo>
                    <a:pt x="11193" y="21475"/>
                  </a:lnTo>
                  <a:lnTo>
                    <a:pt x="11572" y="22334"/>
                  </a:lnTo>
                  <a:lnTo>
                    <a:pt x="13463" y="23486"/>
                  </a:lnTo>
                  <a:lnTo>
                    <a:pt x="13772" y="23418"/>
                  </a:lnTo>
                  <a:lnTo>
                    <a:pt x="15148" y="23108"/>
                  </a:lnTo>
                  <a:lnTo>
                    <a:pt x="15337" y="23847"/>
                  </a:lnTo>
                  <a:lnTo>
                    <a:pt x="15337" y="23865"/>
                  </a:lnTo>
                  <a:lnTo>
                    <a:pt x="15337" y="23882"/>
                  </a:lnTo>
                  <a:cubicBezTo>
                    <a:pt x="15354" y="23968"/>
                    <a:pt x="15371" y="24054"/>
                    <a:pt x="15388" y="24140"/>
                  </a:cubicBezTo>
                  <a:cubicBezTo>
                    <a:pt x="15406" y="24174"/>
                    <a:pt x="15406" y="24191"/>
                    <a:pt x="15423" y="24208"/>
                  </a:cubicBezTo>
                  <a:cubicBezTo>
                    <a:pt x="15423" y="24226"/>
                    <a:pt x="15423" y="24243"/>
                    <a:pt x="15440" y="24260"/>
                  </a:cubicBezTo>
                  <a:cubicBezTo>
                    <a:pt x="15440" y="24312"/>
                    <a:pt x="15457" y="24346"/>
                    <a:pt x="15474" y="24380"/>
                  </a:cubicBezTo>
                  <a:lnTo>
                    <a:pt x="15526" y="24552"/>
                  </a:lnTo>
                  <a:lnTo>
                    <a:pt x="17555" y="24982"/>
                  </a:lnTo>
                  <a:lnTo>
                    <a:pt x="17641" y="24999"/>
                  </a:lnTo>
                  <a:lnTo>
                    <a:pt x="17658" y="24999"/>
                  </a:lnTo>
                  <a:lnTo>
                    <a:pt x="19773" y="25481"/>
                  </a:lnTo>
                  <a:lnTo>
                    <a:pt x="23624" y="26650"/>
                  </a:lnTo>
                  <a:lnTo>
                    <a:pt x="25309" y="27149"/>
                  </a:lnTo>
                  <a:lnTo>
                    <a:pt x="25825" y="27303"/>
                  </a:lnTo>
                  <a:lnTo>
                    <a:pt x="26478" y="26753"/>
                  </a:lnTo>
                  <a:lnTo>
                    <a:pt x="27406" y="26839"/>
                  </a:lnTo>
                  <a:lnTo>
                    <a:pt x="28644" y="25773"/>
                  </a:lnTo>
                  <a:lnTo>
                    <a:pt x="30295" y="25997"/>
                  </a:lnTo>
                  <a:lnTo>
                    <a:pt x="30346" y="25928"/>
                  </a:lnTo>
                  <a:lnTo>
                    <a:pt x="30432" y="25825"/>
                  </a:lnTo>
                  <a:lnTo>
                    <a:pt x="30518" y="25739"/>
                  </a:lnTo>
                  <a:lnTo>
                    <a:pt x="31945" y="24140"/>
                  </a:lnTo>
                  <a:lnTo>
                    <a:pt x="32031" y="24037"/>
                  </a:lnTo>
                  <a:lnTo>
                    <a:pt x="32135" y="23916"/>
                  </a:lnTo>
                  <a:lnTo>
                    <a:pt x="32324" y="23710"/>
                  </a:lnTo>
                  <a:lnTo>
                    <a:pt x="32530" y="23486"/>
                  </a:lnTo>
                  <a:lnTo>
                    <a:pt x="32530" y="23469"/>
                  </a:lnTo>
                  <a:lnTo>
                    <a:pt x="34301" y="23108"/>
                  </a:lnTo>
                  <a:lnTo>
                    <a:pt x="34765" y="21612"/>
                  </a:lnTo>
                  <a:lnTo>
                    <a:pt x="35453" y="18999"/>
                  </a:lnTo>
                  <a:lnTo>
                    <a:pt x="35453" y="18965"/>
                  </a:lnTo>
                  <a:lnTo>
                    <a:pt x="35780" y="17795"/>
                  </a:lnTo>
                  <a:lnTo>
                    <a:pt x="37378" y="12053"/>
                  </a:lnTo>
                  <a:lnTo>
                    <a:pt x="38410" y="9715"/>
                  </a:lnTo>
                  <a:lnTo>
                    <a:pt x="41642" y="7015"/>
                  </a:lnTo>
                  <a:lnTo>
                    <a:pt x="42605" y="6207"/>
                  </a:lnTo>
                  <a:lnTo>
                    <a:pt x="44221" y="3783"/>
                  </a:lnTo>
                  <a:lnTo>
                    <a:pt x="44221" y="3766"/>
                  </a:lnTo>
                  <a:lnTo>
                    <a:pt x="44359" y="3198"/>
                  </a:lnTo>
                  <a:lnTo>
                    <a:pt x="45184" y="121"/>
                  </a:lnTo>
                  <a:lnTo>
                    <a:pt x="45236" y="121"/>
                  </a:lnTo>
                  <a:lnTo>
                    <a:pt x="45184" y="104"/>
                  </a:lnTo>
                  <a:lnTo>
                    <a:pt x="44943" y="104"/>
                  </a:lnTo>
                  <a:cubicBezTo>
                    <a:pt x="44857" y="104"/>
                    <a:pt x="44789" y="121"/>
                    <a:pt x="44720" y="121"/>
                  </a:cubicBezTo>
                  <a:lnTo>
                    <a:pt x="42003" y="121"/>
                  </a:lnTo>
                  <a:lnTo>
                    <a:pt x="41299" y="104"/>
                  </a:lnTo>
                  <a:lnTo>
                    <a:pt x="40439" y="104"/>
                  </a:lnTo>
                  <a:cubicBezTo>
                    <a:pt x="40404" y="104"/>
                    <a:pt x="40353" y="86"/>
                    <a:pt x="40318" y="86"/>
                  </a:cubicBezTo>
                  <a:lnTo>
                    <a:pt x="38771" y="86"/>
                  </a:lnTo>
                  <a:cubicBezTo>
                    <a:pt x="38651" y="69"/>
                    <a:pt x="38548" y="69"/>
                    <a:pt x="38444" y="69"/>
                  </a:cubicBezTo>
                  <a:lnTo>
                    <a:pt x="37293" y="69"/>
                  </a:lnTo>
                  <a:cubicBezTo>
                    <a:pt x="37000" y="69"/>
                    <a:pt x="36845" y="52"/>
                    <a:pt x="36845" y="52"/>
                  </a:cubicBezTo>
                  <a:cubicBezTo>
                    <a:pt x="36845" y="52"/>
                    <a:pt x="36622" y="69"/>
                    <a:pt x="36295" y="69"/>
                  </a:cubicBezTo>
                  <a:lnTo>
                    <a:pt x="33510" y="69"/>
                  </a:lnTo>
                  <a:lnTo>
                    <a:pt x="31739" y="86"/>
                  </a:lnTo>
                  <a:lnTo>
                    <a:pt x="30931" y="86"/>
                  </a:lnTo>
                  <a:cubicBezTo>
                    <a:pt x="30897" y="69"/>
                    <a:pt x="30862" y="69"/>
                    <a:pt x="30811" y="69"/>
                  </a:cubicBezTo>
                  <a:lnTo>
                    <a:pt x="30690" y="69"/>
                  </a:lnTo>
                  <a:cubicBezTo>
                    <a:pt x="30536" y="52"/>
                    <a:pt x="30346" y="52"/>
                    <a:pt x="30140" y="52"/>
                  </a:cubicBezTo>
                  <a:cubicBezTo>
                    <a:pt x="29848" y="35"/>
                    <a:pt x="29504" y="18"/>
                    <a:pt x="29143" y="1"/>
                  </a:cubicBezTo>
                  <a:close/>
                </a:path>
              </a:pathLst>
            </a:custGeom>
            <a:solidFill>
              <a:srgbClr val="36A3D2">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31"/>
            <p:cNvSpPr/>
            <p:nvPr/>
          </p:nvSpPr>
          <p:spPr>
            <a:xfrm>
              <a:off x="6260362" y="3044719"/>
              <a:ext cx="3261533" cy="269180"/>
            </a:xfrm>
            <a:custGeom>
              <a:avLst/>
              <a:gdLst/>
              <a:ahLst/>
              <a:cxnLst/>
              <a:rect l="l" t="t" r="r" b="b"/>
              <a:pathLst>
                <a:path w="45219" h="3732" extrusionOk="0">
                  <a:moveTo>
                    <a:pt x="45219" y="3525"/>
                  </a:moveTo>
                  <a:cubicBezTo>
                    <a:pt x="44531" y="3508"/>
                    <a:pt x="43860" y="3456"/>
                    <a:pt x="43293" y="3387"/>
                  </a:cubicBezTo>
                  <a:cubicBezTo>
                    <a:pt x="43276" y="3387"/>
                    <a:pt x="43259" y="3387"/>
                    <a:pt x="43259" y="3370"/>
                  </a:cubicBezTo>
                  <a:lnTo>
                    <a:pt x="43241" y="3370"/>
                  </a:lnTo>
                  <a:cubicBezTo>
                    <a:pt x="43069" y="3353"/>
                    <a:pt x="42897" y="3336"/>
                    <a:pt x="42743" y="3302"/>
                  </a:cubicBezTo>
                  <a:lnTo>
                    <a:pt x="42743" y="3302"/>
                  </a:lnTo>
                  <a:cubicBezTo>
                    <a:pt x="42743" y="3302"/>
                    <a:pt x="42743" y="3302"/>
                    <a:pt x="42743" y="3302"/>
                  </a:cubicBezTo>
                  <a:lnTo>
                    <a:pt x="42743" y="3302"/>
                  </a:lnTo>
                  <a:lnTo>
                    <a:pt x="42640" y="3302"/>
                  </a:lnTo>
                  <a:lnTo>
                    <a:pt x="42588" y="3302"/>
                  </a:lnTo>
                  <a:lnTo>
                    <a:pt x="42468" y="3319"/>
                  </a:lnTo>
                  <a:cubicBezTo>
                    <a:pt x="41746" y="3353"/>
                    <a:pt x="39992" y="3456"/>
                    <a:pt x="37963" y="3559"/>
                  </a:cubicBezTo>
                  <a:cubicBezTo>
                    <a:pt x="37688" y="3577"/>
                    <a:pt x="37413" y="3594"/>
                    <a:pt x="37138" y="3611"/>
                  </a:cubicBezTo>
                  <a:lnTo>
                    <a:pt x="16128" y="3611"/>
                  </a:lnTo>
                  <a:lnTo>
                    <a:pt x="16093" y="3731"/>
                  </a:lnTo>
                  <a:cubicBezTo>
                    <a:pt x="15732" y="3714"/>
                    <a:pt x="15406" y="3697"/>
                    <a:pt x="15113" y="3680"/>
                  </a:cubicBezTo>
                  <a:cubicBezTo>
                    <a:pt x="14890" y="3680"/>
                    <a:pt x="14701" y="3663"/>
                    <a:pt x="14546" y="3663"/>
                  </a:cubicBezTo>
                  <a:cubicBezTo>
                    <a:pt x="14512" y="3663"/>
                    <a:pt x="14460" y="3663"/>
                    <a:pt x="14426" y="3663"/>
                  </a:cubicBezTo>
                  <a:cubicBezTo>
                    <a:pt x="14374" y="3663"/>
                    <a:pt x="14340" y="3645"/>
                    <a:pt x="14305" y="3645"/>
                  </a:cubicBezTo>
                  <a:cubicBezTo>
                    <a:pt x="14202" y="3645"/>
                    <a:pt x="14133" y="3645"/>
                    <a:pt x="14082" y="3645"/>
                  </a:cubicBezTo>
                  <a:cubicBezTo>
                    <a:pt x="13927" y="3645"/>
                    <a:pt x="13738" y="3645"/>
                    <a:pt x="13497" y="3645"/>
                  </a:cubicBezTo>
                  <a:lnTo>
                    <a:pt x="13497" y="3645"/>
                  </a:lnTo>
                  <a:lnTo>
                    <a:pt x="11726" y="3663"/>
                  </a:lnTo>
                  <a:lnTo>
                    <a:pt x="10832" y="3663"/>
                  </a:lnTo>
                  <a:lnTo>
                    <a:pt x="10643" y="3663"/>
                  </a:lnTo>
                  <a:lnTo>
                    <a:pt x="10196" y="3663"/>
                  </a:lnTo>
                  <a:lnTo>
                    <a:pt x="10127" y="3663"/>
                  </a:lnTo>
                  <a:cubicBezTo>
                    <a:pt x="9973" y="3663"/>
                    <a:pt x="9818" y="3663"/>
                    <a:pt x="9646" y="3663"/>
                  </a:cubicBezTo>
                  <a:lnTo>
                    <a:pt x="9594" y="3663"/>
                  </a:lnTo>
                  <a:cubicBezTo>
                    <a:pt x="9354" y="3663"/>
                    <a:pt x="9130" y="3663"/>
                    <a:pt x="8941" y="3663"/>
                  </a:cubicBezTo>
                  <a:cubicBezTo>
                    <a:pt x="8614" y="3663"/>
                    <a:pt x="8391" y="3663"/>
                    <a:pt x="8391" y="3663"/>
                  </a:cubicBezTo>
                  <a:cubicBezTo>
                    <a:pt x="8391" y="3663"/>
                    <a:pt x="8236" y="3663"/>
                    <a:pt x="7944" y="3663"/>
                  </a:cubicBezTo>
                  <a:cubicBezTo>
                    <a:pt x="7858" y="3663"/>
                    <a:pt x="7755" y="3663"/>
                    <a:pt x="7634" y="3663"/>
                  </a:cubicBezTo>
                  <a:cubicBezTo>
                    <a:pt x="7600" y="3663"/>
                    <a:pt x="7566" y="3663"/>
                    <a:pt x="7514" y="3663"/>
                  </a:cubicBezTo>
                  <a:lnTo>
                    <a:pt x="7428" y="3663"/>
                  </a:lnTo>
                  <a:cubicBezTo>
                    <a:pt x="7359" y="3663"/>
                    <a:pt x="7291" y="3663"/>
                    <a:pt x="7205" y="3663"/>
                  </a:cubicBezTo>
                  <a:cubicBezTo>
                    <a:pt x="7084" y="3663"/>
                    <a:pt x="6929" y="3663"/>
                    <a:pt x="6792" y="3645"/>
                  </a:cubicBezTo>
                  <a:cubicBezTo>
                    <a:pt x="6689" y="3645"/>
                    <a:pt x="6586" y="3645"/>
                    <a:pt x="6465" y="3645"/>
                  </a:cubicBezTo>
                  <a:cubicBezTo>
                    <a:pt x="6448" y="3645"/>
                    <a:pt x="6431" y="3645"/>
                    <a:pt x="6396" y="3645"/>
                  </a:cubicBezTo>
                  <a:cubicBezTo>
                    <a:pt x="6259" y="3645"/>
                    <a:pt x="6087" y="3645"/>
                    <a:pt x="5932" y="3645"/>
                  </a:cubicBezTo>
                  <a:cubicBezTo>
                    <a:pt x="5760" y="3645"/>
                    <a:pt x="5571" y="3645"/>
                    <a:pt x="5399" y="3645"/>
                  </a:cubicBezTo>
                  <a:cubicBezTo>
                    <a:pt x="5279" y="3645"/>
                    <a:pt x="5176" y="3628"/>
                    <a:pt x="5055" y="3628"/>
                  </a:cubicBezTo>
                  <a:cubicBezTo>
                    <a:pt x="5004" y="3628"/>
                    <a:pt x="4969" y="3628"/>
                    <a:pt x="4918" y="3628"/>
                  </a:cubicBezTo>
                  <a:cubicBezTo>
                    <a:pt x="4883" y="3628"/>
                    <a:pt x="4832" y="3628"/>
                    <a:pt x="4798" y="3628"/>
                  </a:cubicBezTo>
                  <a:cubicBezTo>
                    <a:pt x="4712" y="3628"/>
                    <a:pt x="4643" y="3628"/>
                    <a:pt x="4557" y="3628"/>
                  </a:cubicBezTo>
                  <a:cubicBezTo>
                    <a:pt x="4488" y="3628"/>
                    <a:pt x="4419" y="3628"/>
                    <a:pt x="4351" y="3628"/>
                  </a:cubicBezTo>
                  <a:lnTo>
                    <a:pt x="4144" y="3628"/>
                  </a:lnTo>
                  <a:lnTo>
                    <a:pt x="4093" y="3628"/>
                  </a:lnTo>
                  <a:lnTo>
                    <a:pt x="3938" y="3628"/>
                  </a:lnTo>
                  <a:lnTo>
                    <a:pt x="3233" y="3611"/>
                  </a:lnTo>
                  <a:lnTo>
                    <a:pt x="516" y="3611"/>
                  </a:lnTo>
                  <a:cubicBezTo>
                    <a:pt x="448" y="3611"/>
                    <a:pt x="379" y="3611"/>
                    <a:pt x="293" y="3628"/>
                  </a:cubicBezTo>
                  <a:cubicBezTo>
                    <a:pt x="241" y="3628"/>
                    <a:pt x="173" y="3628"/>
                    <a:pt x="104" y="3628"/>
                  </a:cubicBezTo>
                  <a:lnTo>
                    <a:pt x="104" y="3628"/>
                  </a:lnTo>
                  <a:cubicBezTo>
                    <a:pt x="87" y="3628"/>
                    <a:pt x="69" y="3628"/>
                    <a:pt x="52" y="3628"/>
                  </a:cubicBezTo>
                  <a:lnTo>
                    <a:pt x="52" y="3628"/>
                  </a:lnTo>
                  <a:lnTo>
                    <a:pt x="1" y="3611"/>
                  </a:lnTo>
                  <a:cubicBezTo>
                    <a:pt x="18" y="3611"/>
                    <a:pt x="35" y="3611"/>
                    <a:pt x="52" y="3611"/>
                  </a:cubicBezTo>
                  <a:lnTo>
                    <a:pt x="52" y="3611"/>
                  </a:lnTo>
                  <a:lnTo>
                    <a:pt x="877" y="533"/>
                  </a:lnTo>
                  <a:lnTo>
                    <a:pt x="3078" y="533"/>
                  </a:lnTo>
                  <a:cubicBezTo>
                    <a:pt x="3078" y="533"/>
                    <a:pt x="3199" y="533"/>
                    <a:pt x="3388" y="516"/>
                  </a:cubicBezTo>
                  <a:lnTo>
                    <a:pt x="3422" y="516"/>
                  </a:lnTo>
                  <a:cubicBezTo>
                    <a:pt x="4402" y="499"/>
                    <a:pt x="7170" y="482"/>
                    <a:pt x="8099" y="465"/>
                  </a:cubicBezTo>
                  <a:cubicBezTo>
                    <a:pt x="8288" y="465"/>
                    <a:pt x="8391" y="465"/>
                    <a:pt x="8391" y="465"/>
                  </a:cubicBezTo>
                  <a:cubicBezTo>
                    <a:pt x="8391" y="465"/>
                    <a:pt x="9543" y="465"/>
                    <a:pt x="10488" y="482"/>
                  </a:cubicBezTo>
                  <a:lnTo>
                    <a:pt x="10678" y="482"/>
                  </a:lnTo>
                  <a:cubicBezTo>
                    <a:pt x="11365" y="482"/>
                    <a:pt x="12087" y="482"/>
                    <a:pt x="12724" y="482"/>
                  </a:cubicBezTo>
                  <a:cubicBezTo>
                    <a:pt x="12861" y="499"/>
                    <a:pt x="12999" y="499"/>
                    <a:pt x="13119" y="499"/>
                  </a:cubicBezTo>
                  <a:lnTo>
                    <a:pt x="13343" y="499"/>
                  </a:lnTo>
                  <a:cubicBezTo>
                    <a:pt x="13497" y="499"/>
                    <a:pt x="13635" y="499"/>
                    <a:pt x="13772" y="482"/>
                  </a:cubicBezTo>
                  <a:cubicBezTo>
                    <a:pt x="13893" y="482"/>
                    <a:pt x="13996" y="482"/>
                    <a:pt x="14065" y="482"/>
                  </a:cubicBezTo>
                  <a:cubicBezTo>
                    <a:pt x="14443" y="482"/>
                    <a:pt x="15612" y="413"/>
                    <a:pt x="17005" y="362"/>
                  </a:cubicBezTo>
                  <a:cubicBezTo>
                    <a:pt x="17761" y="310"/>
                    <a:pt x="18586" y="276"/>
                    <a:pt x="19360" y="224"/>
                  </a:cubicBezTo>
                  <a:cubicBezTo>
                    <a:pt x="21320" y="138"/>
                    <a:pt x="23074" y="35"/>
                    <a:pt x="23074" y="35"/>
                  </a:cubicBezTo>
                  <a:cubicBezTo>
                    <a:pt x="23074" y="35"/>
                    <a:pt x="25360" y="0"/>
                    <a:pt x="26908" y="0"/>
                  </a:cubicBezTo>
                  <a:cubicBezTo>
                    <a:pt x="27406" y="18"/>
                    <a:pt x="27819" y="18"/>
                    <a:pt x="28060" y="35"/>
                  </a:cubicBezTo>
                  <a:cubicBezTo>
                    <a:pt x="28077" y="35"/>
                    <a:pt x="28111" y="35"/>
                    <a:pt x="28146" y="35"/>
                  </a:cubicBezTo>
                  <a:cubicBezTo>
                    <a:pt x="28507" y="69"/>
                    <a:pt x="29573" y="121"/>
                    <a:pt x="30965" y="207"/>
                  </a:cubicBezTo>
                  <a:cubicBezTo>
                    <a:pt x="32461" y="293"/>
                    <a:pt x="34318" y="396"/>
                    <a:pt x="36123" y="482"/>
                  </a:cubicBezTo>
                  <a:cubicBezTo>
                    <a:pt x="38565" y="619"/>
                    <a:pt x="40903" y="740"/>
                    <a:pt x="42003" y="809"/>
                  </a:cubicBezTo>
                  <a:cubicBezTo>
                    <a:pt x="42330" y="826"/>
                    <a:pt x="42554" y="826"/>
                    <a:pt x="42622" y="843"/>
                  </a:cubicBezTo>
                  <a:cubicBezTo>
                    <a:pt x="42640" y="843"/>
                    <a:pt x="42657" y="843"/>
                    <a:pt x="42657" y="843"/>
                  </a:cubicBezTo>
                  <a:cubicBezTo>
                    <a:pt x="43087" y="757"/>
                    <a:pt x="43602" y="705"/>
                    <a:pt x="44170" y="654"/>
                  </a:cubicBezTo>
                  <a:lnTo>
                    <a:pt x="44617" y="894"/>
                  </a:lnTo>
                  <a:lnTo>
                    <a:pt x="45219" y="3542"/>
                  </a:lnTo>
                  <a:close/>
                </a:path>
              </a:pathLst>
            </a:custGeom>
            <a:solidFill>
              <a:srgbClr val="82C1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31"/>
            <p:cNvSpPr/>
            <p:nvPr/>
          </p:nvSpPr>
          <p:spPr>
            <a:xfrm>
              <a:off x="6336024" y="3033539"/>
              <a:ext cx="72" cy="1298"/>
            </a:xfrm>
            <a:custGeom>
              <a:avLst/>
              <a:gdLst/>
              <a:ahLst/>
              <a:cxnLst/>
              <a:rect l="l" t="t" r="r" b="b"/>
              <a:pathLst>
                <a:path w="1" h="18" extrusionOk="0">
                  <a:moveTo>
                    <a:pt x="0" y="1"/>
                  </a:moveTo>
                  <a:lnTo>
                    <a:pt x="0" y="1"/>
                  </a:lnTo>
                  <a:lnTo>
                    <a:pt x="0" y="18"/>
                  </a:lnTo>
                  <a:lnTo>
                    <a:pt x="0" y="18"/>
                  </a:lnTo>
                  <a:close/>
                </a:path>
              </a:pathLst>
            </a:custGeom>
            <a:solidFill>
              <a:srgbClr val="B7E8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31"/>
            <p:cNvSpPr/>
            <p:nvPr/>
          </p:nvSpPr>
          <p:spPr>
            <a:xfrm>
              <a:off x="6265339" y="1343303"/>
              <a:ext cx="3256557" cy="1970595"/>
            </a:xfrm>
            <a:custGeom>
              <a:avLst/>
              <a:gdLst/>
              <a:ahLst/>
              <a:cxnLst/>
              <a:rect l="l" t="t" r="r" b="b"/>
              <a:pathLst>
                <a:path w="45150" h="27321" extrusionOk="0">
                  <a:moveTo>
                    <a:pt x="45146" y="27114"/>
                  </a:moveTo>
                  <a:lnTo>
                    <a:pt x="45150" y="27131"/>
                  </a:lnTo>
                  <a:lnTo>
                    <a:pt x="45150" y="27114"/>
                  </a:lnTo>
                  <a:cubicBezTo>
                    <a:pt x="45148" y="27114"/>
                    <a:pt x="45147" y="27114"/>
                    <a:pt x="45146" y="27114"/>
                  </a:cubicBezTo>
                  <a:close/>
                  <a:moveTo>
                    <a:pt x="19360" y="0"/>
                  </a:moveTo>
                  <a:lnTo>
                    <a:pt x="18689" y="568"/>
                  </a:lnTo>
                  <a:lnTo>
                    <a:pt x="17778" y="482"/>
                  </a:lnTo>
                  <a:lnTo>
                    <a:pt x="16523" y="1531"/>
                  </a:lnTo>
                  <a:lnTo>
                    <a:pt x="14872" y="1324"/>
                  </a:lnTo>
                  <a:lnTo>
                    <a:pt x="14821" y="1393"/>
                  </a:lnTo>
                  <a:lnTo>
                    <a:pt x="14735" y="1479"/>
                  </a:lnTo>
                  <a:lnTo>
                    <a:pt x="14649" y="1582"/>
                  </a:lnTo>
                  <a:lnTo>
                    <a:pt x="13222" y="3181"/>
                  </a:lnTo>
                  <a:lnTo>
                    <a:pt x="13136" y="3284"/>
                  </a:lnTo>
                  <a:lnTo>
                    <a:pt x="13033" y="3388"/>
                  </a:lnTo>
                  <a:lnTo>
                    <a:pt x="12844" y="3611"/>
                  </a:lnTo>
                  <a:lnTo>
                    <a:pt x="12637" y="3835"/>
                  </a:lnTo>
                  <a:lnTo>
                    <a:pt x="10866" y="4196"/>
                  </a:lnTo>
                  <a:lnTo>
                    <a:pt x="10402" y="5709"/>
                  </a:lnTo>
                  <a:lnTo>
                    <a:pt x="9732" y="8322"/>
                  </a:lnTo>
                  <a:lnTo>
                    <a:pt x="9715" y="8339"/>
                  </a:lnTo>
                  <a:lnTo>
                    <a:pt x="9405" y="9525"/>
                  </a:lnTo>
                  <a:lnTo>
                    <a:pt x="7806" y="15268"/>
                  </a:lnTo>
                  <a:lnTo>
                    <a:pt x="6757" y="17606"/>
                  </a:lnTo>
                  <a:lnTo>
                    <a:pt x="3525" y="20306"/>
                  </a:lnTo>
                  <a:lnTo>
                    <a:pt x="2562" y="21114"/>
                  </a:lnTo>
                  <a:lnTo>
                    <a:pt x="963" y="23538"/>
                  </a:lnTo>
                  <a:lnTo>
                    <a:pt x="963" y="23555"/>
                  </a:lnTo>
                  <a:lnTo>
                    <a:pt x="808" y="24122"/>
                  </a:lnTo>
                  <a:lnTo>
                    <a:pt x="0" y="27200"/>
                  </a:lnTo>
                  <a:lnTo>
                    <a:pt x="3783" y="27200"/>
                  </a:lnTo>
                  <a:cubicBezTo>
                    <a:pt x="3817" y="27217"/>
                    <a:pt x="3852" y="27217"/>
                    <a:pt x="3869" y="27217"/>
                  </a:cubicBezTo>
                  <a:lnTo>
                    <a:pt x="5330" y="27217"/>
                  </a:lnTo>
                  <a:cubicBezTo>
                    <a:pt x="5519" y="27234"/>
                    <a:pt x="5691" y="27234"/>
                    <a:pt x="5863" y="27234"/>
                  </a:cubicBezTo>
                  <a:lnTo>
                    <a:pt x="6723" y="27234"/>
                  </a:lnTo>
                  <a:cubicBezTo>
                    <a:pt x="6878" y="27234"/>
                    <a:pt x="7015" y="27234"/>
                    <a:pt x="7153" y="27252"/>
                  </a:cubicBezTo>
                  <a:lnTo>
                    <a:pt x="10127" y="27252"/>
                  </a:lnTo>
                  <a:cubicBezTo>
                    <a:pt x="10230" y="27234"/>
                    <a:pt x="10333" y="27234"/>
                    <a:pt x="10437" y="27234"/>
                  </a:cubicBezTo>
                  <a:lnTo>
                    <a:pt x="11675" y="27234"/>
                  </a:lnTo>
                  <a:cubicBezTo>
                    <a:pt x="12259" y="27234"/>
                    <a:pt x="12809" y="27217"/>
                    <a:pt x="13274" y="27217"/>
                  </a:cubicBezTo>
                  <a:lnTo>
                    <a:pt x="13428" y="27217"/>
                  </a:lnTo>
                  <a:cubicBezTo>
                    <a:pt x="13669" y="27217"/>
                    <a:pt x="13858" y="27234"/>
                    <a:pt x="14013" y="27234"/>
                  </a:cubicBezTo>
                  <a:lnTo>
                    <a:pt x="14236" y="27234"/>
                  </a:lnTo>
                  <a:cubicBezTo>
                    <a:pt x="14271" y="27234"/>
                    <a:pt x="14305" y="27252"/>
                    <a:pt x="14357" y="27252"/>
                  </a:cubicBezTo>
                  <a:lnTo>
                    <a:pt x="14477" y="27252"/>
                  </a:lnTo>
                  <a:cubicBezTo>
                    <a:pt x="14632" y="27252"/>
                    <a:pt x="14821" y="27269"/>
                    <a:pt x="15027" y="27269"/>
                  </a:cubicBezTo>
                  <a:cubicBezTo>
                    <a:pt x="15319" y="27286"/>
                    <a:pt x="15663" y="27303"/>
                    <a:pt x="16024" y="27320"/>
                  </a:cubicBezTo>
                  <a:lnTo>
                    <a:pt x="16059" y="27183"/>
                  </a:lnTo>
                  <a:lnTo>
                    <a:pt x="37069" y="27183"/>
                  </a:lnTo>
                  <a:cubicBezTo>
                    <a:pt x="37344" y="27166"/>
                    <a:pt x="37636" y="27148"/>
                    <a:pt x="37911" y="27131"/>
                  </a:cubicBezTo>
                  <a:cubicBezTo>
                    <a:pt x="40353" y="26994"/>
                    <a:pt x="42330" y="26891"/>
                    <a:pt x="42571" y="26873"/>
                  </a:cubicBezTo>
                  <a:lnTo>
                    <a:pt x="42588" y="26873"/>
                  </a:lnTo>
                  <a:cubicBezTo>
                    <a:pt x="42622" y="26891"/>
                    <a:pt x="42639" y="26891"/>
                    <a:pt x="42674" y="26891"/>
                  </a:cubicBezTo>
                  <a:cubicBezTo>
                    <a:pt x="42828" y="26925"/>
                    <a:pt x="43000" y="26942"/>
                    <a:pt x="43172" y="26959"/>
                  </a:cubicBezTo>
                  <a:lnTo>
                    <a:pt x="43190" y="26959"/>
                  </a:lnTo>
                  <a:cubicBezTo>
                    <a:pt x="43190" y="26976"/>
                    <a:pt x="43207" y="26976"/>
                    <a:pt x="43224" y="26976"/>
                  </a:cubicBezTo>
                  <a:cubicBezTo>
                    <a:pt x="43790" y="27045"/>
                    <a:pt x="44459" y="27097"/>
                    <a:pt x="45146" y="27114"/>
                  </a:cubicBezTo>
                  <a:lnTo>
                    <a:pt x="45146" y="27114"/>
                  </a:lnTo>
                  <a:lnTo>
                    <a:pt x="44565" y="24483"/>
                  </a:lnTo>
                  <a:lnTo>
                    <a:pt x="44118" y="24243"/>
                  </a:lnTo>
                  <a:lnTo>
                    <a:pt x="41453" y="22850"/>
                  </a:lnTo>
                  <a:lnTo>
                    <a:pt x="40920" y="18191"/>
                  </a:lnTo>
                  <a:lnTo>
                    <a:pt x="40920" y="18174"/>
                  </a:lnTo>
                  <a:cubicBezTo>
                    <a:pt x="40903" y="18105"/>
                    <a:pt x="40886" y="18053"/>
                    <a:pt x="40868" y="18019"/>
                  </a:cubicBezTo>
                  <a:lnTo>
                    <a:pt x="40868" y="18019"/>
                  </a:lnTo>
                  <a:lnTo>
                    <a:pt x="40903" y="18139"/>
                  </a:lnTo>
                  <a:lnTo>
                    <a:pt x="39407" y="14924"/>
                  </a:lnTo>
                  <a:lnTo>
                    <a:pt x="39407" y="9354"/>
                  </a:lnTo>
                  <a:cubicBezTo>
                    <a:pt x="39407" y="9354"/>
                    <a:pt x="39390" y="9336"/>
                    <a:pt x="39390" y="9319"/>
                  </a:cubicBezTo>
                  <a:cubicBezTo>
                    <a:pt x="39149" y="9044"/>
                    <a:pt x="36966" y="7944"/>
                    <a:pt x="36553" y="7737"/>
                  </a:cubicBezTo>
                  <a:lnTo>
                    <a:pt x="36519" y="7720"/>
                  </a:lnTo>
                  <a:lnTo>
                    <a:pt x="36484" y="7703"/>
                  </a:lnTo>
                  <a:lnTo>
                    <a:pt x="36450" y="7617"/>
                  </a:lnTo>
                  <a:lnTo>
                    <a:pt x="36415" y="7514"/>
                  </a:lnTo>
                  <a:lnTo>
                    <a:pt x="36398" y="7445"/>
                  </a:lnTo>
                  <a:lnTo>
                    <a:pt x="36347" y="7308"/>
                  </a:lnTo>
                  <a:lnTo>
                    <a:pt x="36312" y="7153"/>
                  </a:lnTo>
                  <a:cubicBezTo>
                    <a:pt x="36244" y="6946"/>
                    <a:pt x="36175" y="6757"/>
                    <a:pt x="36140" y="6689"/>
                  </a:cubicBezTo>
                  <a:lnTo>
                    <a:pt x="36140" y="6671"/>
                  </a:lnTo>
                  <a:lnTo>
                    <a:pt x="34731" y="6138"/>
                  </a:lnTo>
                  <a:lnTo>
                    <a:pt x="33991" y="5846"/>
                  </a:lnTo>
                  <a:lnTo>
                    <a:pt x="33613" y="4986"/>
                  </a:lnTo>
                  <a:lnTo>
                    <a:pt x="31533" y="4694"/>
                  </a:lnTo>
                  <a:lnTo>
                    <a:pt x="31361" y="4660"/>
                  </a:lnTo>
                  <a:lnTo>
                    <a:pt x="30037" y="4247"/>
                  </a:lnTo>
                  <a:lnTo>
                    <a:pt x="29882" y="4196"/>
                  </a:lnTo>
                  <a:cubicBezTo>
                    <a:pt x="29882" y="4196"/>
                    <a:pt x="29882" y="3817"/>
                    <a:pt x="29830" y="3456"/>
                  </a:cubicBezTo>
                  <a:lnTo>
                    <a:pt x="29830" y="3439"/>
                  </a:lnTo>
                  <a:cubicBezTo>
                    <a:pt x="29830" y="3353"/>
                    <a:pt x="29813" y="3250"/>
                    <a:pt x="29779" y="3164"/>
                  </a:cubicBezTo>
                  <a:cubicBezTo>
                    <a:pt x="29779" y="3147"/>
                    <a:pt x="29779" y="3130"/>
                    <a:pt x="29762" y="3112"/>
                  </a:cubicBezTo>
                  <a:lnTo>
                    <a:pt x="29762" y="3095"/>
                  </a:lnTo>
                  <a:cubicBezTo>
                    <a:pt x="29762" y="3078"/>
                    <a:pt x="29745" y="3061"/>
                    <a:pt x="29745" y="3044"/>
                  </a:cubicBezTo>
                  <a:cubicBezTo>
                    <a:pt x="29727" y="3009"/>
                    <a:pt x="29710" y="2975"/>
                    <a:pt x="29693" y="2940"/>
                  </a:cubicBezTo>
                  <a:lnTo>
                    <a:pt x="29693" y="2923"/>
                  </a:lnTo>
                  <a:cubicBezTo>
                    <a:pt x="29641" y="2837"/>
                    <a:pt x="29590" y="2769"/>
                    <a:pt x="29504" y="2751"/>
                  </a:cubicBezTo>
                  <a:cubicBezTo>
                    <a:pt x="29160" y="2717"/>
                    <a:pt x="27974" y="2425"/>
                    <a:pt x="27630" y="2339"/>
                  </a:cubicBezTo>
                  <a:lnTo>
                    <a:pt x="27544" y="2322"/>
                  </a:lnTo>
                  <a:lnTo>
                    <a:pt x="27527" y="2304"/>
                  </a:lnTo>
                  <a:lnTo>
                    <a:pt x="25412" y="1840"/>
                  </a:lnTo>
                  <a:lnTo>
                    <a:pt x="21561" y="671"/>
                  </a:lnTo>
                  <a:lnTo>
                    <a:pt x="1936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31"/>
            <p:cNvSpPr/>
            <p:nvPr/>
          </p:nvSpPr>
          <p:spPr>
            <a:xfrm>
              <a:off x="6264113" y="2807852"/>
              <a:ext cx="255548" cy="497391"/>
            </a:xfrm>
            <a:custGeom>
              <a:avLst/>
              <a:gdLst/>
              <a:ahLst/>
              <a:cxnLst/>
              <a:rect l="l" t="t" r="r" b="b"/>
              <a:pathLst>
                <a:path w="3543" h="6896" extrusionOk="0">
                  <a:moveTo>
                    <a:pt x="3542" y="1"/>
                  </a:moveTo>
                  <a:lnTo>
                    <a:pt x="2579" y="791"/>
                  </a:lnTo>
                  <a:lnTo>
                    <a:pt x="963" y="3216"/>
                  </a:lnTo>
                  <a:lnTo>
                    <a:pt x="963" y="3250"/>
                  </a:lnTo>
                  <a:lnTo>
                    <a:pt x="825" y="3800"/>
                  </a:lnTo>
                  <a:lnTo>
                    <a:pt x="0" y="6895"/>
                  </a:lnTo>
                  <a:lnTo>
                    <a:pt x="3181" y="6895"/>
                  </a:lnTo>
                  <a:lnTo>
                    <a:pt x="3181" y="6878"/>
                  </a:lnTo>
                  <a:cubicBezTo>
                    <a:pt x="3215" y="6792"/>
                    <a:pt x="3301" y="5348"/>
                    <a:pt x="3370" y="3800"/>
                  </a:cubicBezTo>
                  <a:cubicBezTo>
                    <a:pt x="3439" y="2425"/>
                    <a:pt x="3508" y="981"/>
                    <a:pt x="3525" y="327"/>
                  </a:cubicBezTo>
                  <a:lnTo>
                    <a:pt x="3542" y="155"/>
                  </a:lnTo>
                  <a:lnTo>
                    <a:pt x="354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31"/>
            <p:cNvSpPr/>
            <p:nvPr/>
          </p:nvSpPr>
          <p:spPr>
            <a:xfrm>
              <a:off x="6797351" y="1437574"/>
              <a:ext cx="639915" cy="1871348"/>
            </a:xfrm>
            <a:custGeom>
              <a:avLst/>
              <a:gdLst/>
              <a:ahLst/>
              <a:cxnLst/>
              <a:rect l="l" t="t" r="r" b="b"/>
              <a:pathLst>
                <a:path w="8872" h="25945" extrusionOk="0">
                  <a:moveTo>
                    <a:pt x="7496" y="0"/>
                  </a:moveTo>
                  <a:lnTo>
                    <a:pt x="7445" y="69"/>
                  </a:lnTo>
                  <a:lnTo>
                    <a:pt x="7359" y="172"/>
                  </a:lnTo>
                  <a:lnTo>
                    <a:pt x="7273" y="258"/>
                  </a:lnTo>
                  <a:cubicBezTo>
                    <a:pt x="6895" y="705"/>
                    <a:pt x="6293" y="1376"/>
                    <a:pt x="5846" y="1857"/>
                  </a:cubicBezTo>
                  <a:lnTo>
                    <a:pt x="5760" y="1960"/>
                  </a:lnTo>
                  <a:lnTo>
                    <a:pt x="5657" y="2081"/>
                  </a:lnTo>
                  <a:lnTo>
                    <a:pt x="5468" y="2287"/>
                  </a:lnTo>
                  <a:lnTo>
                    <a:pt x="5261" y="2510"/>
                  </a:lnTo>
                  <a:lnTo>
                    <a:pt x="5261" y="2528"/>
                  </a:lnTo>
                  <a:lnTo>
                    <a:pt x="3490" y="2889"/>
                  </a:lnTo>
                  <a:lnTo>
                    <a:pt x="3026" y="4384"/>
                  </a:lnTo>
                  <a:lnTo>
                    <a:pt x="2356" y="6998"/>
                  </a:lnTo>
                  <a:lnTo>
                    <a:pt x="2339" y="7032"/>
                  </a:lnTo>
                  <a:lnTo>
                    <a:pt x="2012" y="8201"/>
                  </a:lnTo>
                  <a:lnTo>
                    <a:pt x="2029" y="8253"/>
                  </a:lnTo>
                  <a:lnTo>
                    <a:pt x="413" y="13944"/>
                  </a:lnTo>
                  <a:lnTo>
                    <a:pt x="0" y="18792"/>
                  </a:lnTo>
                  <a:lnTo>
                    <a:pt x="1806" y="14339"/>
                  </a:lnTo>
                  <a:lnTo>
                    <a:pt x="3250" y="21474"/>
                  </a:lnTo>
                  <a:lnTo>
                    <a:pt x="3233" y="22747"/>
                  </a:lnTo>
                  <a:lnTo>
                    <a:pt x="3215" y="25463"/>
                  </a:lnTo>
                  <a:lnTo>
                    <a:pt x="3198" y="25876"/>
                  </a:lnTo>
                  <a:lnTo>
                    <a:pt x="3198" y="25945"/>
                  </a:lnTo>
                  <a:lnTo>
                    <a:pt x="3387" y="25945"/>
                  </a:lnTo>
                  <a:cubicBezTo>
                    <a:pt x="3576" y="25945"/>
                    <a:pt x="3903" y="25927"/>
                    <a:pt x="4281" y="25927"/>
                  </a:cubicBezTo>
                  <a:lnTo>
                    <a:pt x="6052" y="25927"/>
                  </a:lnTo>
                  <a:lnTo>
                    <a:pt x="6052" y="25876"/>
                  </a:lnTo>
                  <a:lnTo>
                    <a:pt x="6327" y="22764"/>
                  </a:lnTo>
                  <a:lnTo>
                    <a:pt x="6757" y="17795"/>
                  </a:lnTo>
                  <a:lnTo>
                    <a:pt x="7926" y="16265"/>
                  </a:lnTo>
                  <a:cubicBezTo>
                    <a:pt x="7926" y="16265"/>
                    <a:pt x="8803" y="10419"/>
                    <a:pt x="8838" y="10007"/>
                  </a:cubicBezTo>
                  <a:cubicBezTo>
                    <a:pt x="8872" y="9611"/>
                    <a:pt x="7256" y="1823"/>
                    <a:pt x="7256" y="1823"/>
                  </a:cubicBezTo>
                  <a:lnTo>
                    <a:pt x="749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31"/>
            <p:cNvSpPr/>
            <p:nvPr/>
          </p:nvSpPr>
          <p:spPr>
            <a:xfrm>
              <a:off x="8193668" y="1509485"/>
              <a:ext cx="1153391" cy="1794460"/>
            </a:xfrm>
            <a:custGeom>
              <a:avLst/>
              <a:gdLst/>
              <a:ahLst/>
              <a:cxnLst/>
              <a:rect l="l" t="t" r="r" b="b"/>
              <a:pathLst>
                <a:path w="15991" h="24879" extrusionOk="0">
                  <a:moveTo>
                    <a:pt x="792" y="0"/>
                  </a:moveTo>
                  <a:lnTo>
                    <a:pt x="69" y="3129"/>
                  </a:lnTo>
                  <a:lnTo>
                    <a:pt x="18" y="14494"/>
                  </a:lnTo>
                  <a:lnTo>
                    <a:pt x="1" y="20976"/>
                  </a:lnTo>
                  <a:lnTo>
                    <a:pt x="104" y="21285"/>
                  </a:lnTo>
                  <a:lnTo>
                    <a:pt x="1325" y="24879"/>
                  </a:lnTo>
                  <a:lnTo>
                    <a:pt x="10334" y="24879"/>
                  </a:lnTo>
                  <a:cubicBezTo>
                    <a:pt x="10609" y="24879"/>
                    <a:pt x="10884" y="24862"/>
                    <a:pt x="11142" y="24844"/>
                  </a:cubicBezTo>
                  <a:cubicBezTo>
                    <a:pt x="13188" y="24724"/>
                    <a:pt x="14942" y="24638"/>
                    <a:pt x="15664" y="24604"/>
                  </a:cubicBezTo>
                  <a:lnTo>
                    <a:pt x="15784" y="24587"/>
                  </a:lnTo>
                  <a:lnTo>
                    <a:pt x="15990" y="24587"/>
                  </a:lnTo>
                  <a:lnTo>
                    <a:pt x="15199" y="22076"/>
                  </a:lnTo>
                  <a:lnTo>
                    <a:pt x="14718" y="20529"/>
                  </a:lnTo>
                  <a:lnTo>
                    <a:pt x="14168" y="15887"/>
                  </a:lnTo>
                  <a:lnTo>
                    <a:pt x="14168" y="15852"/>
                  </a:lnTo>
                  <a:cubicBezTo>
                    <a:pt x="14151" y="15801"/>
                    <a:pt x="14133" y="15749"/>
                    <a:pt x="14116" y="15698"/>
                  </a:cubicBezTo>
                  <a:lnTo>
                    <a:pt x="14116" y="15698"/>
                  </a:lnTo>
                  <a:lnTo>
                    <a:pt x="14151" y="15818"/>
                  </a:lnTo>
                  <a:lnTo>
                    <a:pt x="12655" y="12603"/>
                  </a:lnTo>
                  <a:lnTo>
                    <a:pt x="12655" y="8425"/>
                  </a:lnTo>
                  <a:lnTo>
                    <a:pt x="12655" y="8408"/>
                  </a:lnTo>
                  <a:lnTo>
                    <a:pt x="12638" y="8408"/>
                  </a:lnTo>
                  <a:lnTo>
                    <a:pt x="12638" y="8391"/>
                  </a:lnTo>
                  <a:cubicBezTo>
                    <a:pt x="12638" y="8391"/>
                    <a:pt x="12655" y="7239"/>
                    <a:pt x="12655" y="7050"/>
                  </a:cubicBezTo>
                  <a:cubicBezTo>
                    <a:pt x="12655" y="7032"/>
                    <a:pt x="12655" y="7015"/>
                    <a:pt x="12638" y="6998"/>
                  </a:cubicBezTo>
                  <a:cubicBezTo>
                    <a:pt x="12397" y="6740"/>
                    <a:pt x="10213" y="5640"/>
                    <a:pt x="9801" y="5433"/>
                  </a:cubicBezTo>
                  <a:lnTo>
                    <a:pt x="9766" y="5416"/>
                  </a:lnTo>
                  <a:lnTo>
                    <a:pt x="9749" y="5399"/>
                  </a:lnTo>
                  <a:lnTo>
                    <a:pt x="9715" y="5313"/>
                  </a:lnTo>
                  <a:lnTo>
                    <a:pt x="9680" y="5193"/>
                  </a:lnTo>
                  <a:lnTo>
                    <a:pt x="9663" y="5141"/>
                  </a:lnTo>
                  <a:lnTo>
                    <a:pt x="9612" y="4986"/>
                  </a:lnTo>
                  <a:lnTo>
                    <a:pt x="9560" y="4849"/>
                  </a:lnTo>
                  <a:cubicBezTo>
                    <a:pt x="9491" y="4642"/>
                    <a:pt x="9423" y="4436"/>
                    <a:pt x="9405" y="4385"/>
                  </a:cubicBezTo>
                  <a:lnTo>
                    <a:pt x="9388" y="4367"/>
                  </a:lnTo>
                  <a:lnTo>
                    <a:pt x="7996" y="3817"/>
                  </a:lnTo>
                  <a:lnTo>
                    <a:pt x="7239" y="3542"/>
                  </a:lnTo>
                  <a:lnTo>
                    <a:pt x="6861" y="2665"/>
                  </a:lnTo>
                  <a:lnTo>
                    <a:pt x="4970" y="1513"/>
                  </a:lnTo>
                  <a:lnTo>
                    <a:pt x="3285" y="1892"/>
                  </a:lnTo>
                  <a:lnTo>
                    <a:pt x="3095" y="1152"/>
                  </a:lnTo>
                  <a:lnTo>
                    <a:pt x="3095" y="1135"/>
                  </a:lnTo>
                  <a:lnTo>
                    <a:pt x="2958" y="636"/>
                  </a:lnTo>
                  <a:lnTo>
                    <a:pt x="2958" y="619"/>
                  </a:lnTo>
                  <a:lnTo>
                    <a:pt x="2924" y="447"/>
                  </a:lnTo>
                  <a:lnTo>
                    <a:pt x="878" y="18"/>
                  </a:lnTo>
                  <a:lnTo>
                    <a:pt x="80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31"/>
            <p:cNvSpPr/>
            <p:nvPr/>
          </p:nvSpPr>
          <p:spPr>
            <a:xfrm>
              <a:off x="6260362" y="3305171"/>
              <a:ext cx="6275" cy="72"/>
            </a:xfrm>
            <a:custGeom>
              <a:avLst/>
              <a:gdLst/>
              <a:ahLst/>
              <a:cxnLst/>
              <a:rect l="l" t="t" r="r" b="b"/>
              <a:pathLst>
                <a:path w="87" h="1" extrusionOk="0">
                  <a:moveTo>
                    <a:pt x="87" y="0"/>
                  </a:moveTo>
                  <a:lnTo>
                    <a:pt x="52" y="0"/>
                  </a:lnTo>
                  <a:lnTo>
                    <a:pt x="52" y="0"/>
                  </a:lnTo>
                  <a:lnTo>
                    <a:pt x="1" y="0"/>
                  </a:lnTo>
                  <a:cubicBezTo>
                    <a:pt x="18" y="0"/>
                    <a:pt x="35" y="0"/>
                    <a:pt x="69" y="0"/>
                  </a:cubicBezTo>
                  <a:lnTo>
                    <a:pt x="69" y="0"/>
                  </a:lnTo>
                  <a:lnTo>
                    <a:pt x="87" y="0"/>
                  </a:lnTo>
                  <a:close/>
                </a:path>
              </a:pathLst>
            </a:custGeom>
            <a:solidFill>
              <a:srgbClr val="45AB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31"/>
            <p:cNvSpPr/>
            <p:nvPr/>
          </p:nvSpPr>
          <p:spPr>
            <a:xfrm>
              <a:off x="6265339" y="3040968"/>
              <a:ext cx="68305" cy="264275"/>
            </a:xfrm>
            <a:custGeom>
              <a:avLst/>
              <a:gdLst/>
              <a:ahLst/>
              <a:cxnLst/>
              <a:rect l="l" t="t" r="r" b="b"/>
              <a:pathLst>
                <a:path w="947" h="3664" extrusionOk="0">
                  <a:moveTo>
                    <a:pt x="808" y="568"/>
                  </a:moveTo>
                  <a:lnTo>
                    <a:pt x="946" y="1"/>
                  </a:lnTo>
                  <a:lnTo>
                    <a:pt x="808" y="568"/>
                  </a:lnTo>
                  <a:lnTo>
                    <a:pt x="18" y="3646"/>
                  </a:lnTo>
                  <a:lnTo>
                    <a:pt x="18" y="3663"/>
                  </a:lnTo>
                  <a:lnTo>
                    <a:pt x="0" y="3646"/>
                  </a:lnTo>
                  <a:lnTo>
                    <a:pt x="0" y="3646"/>
                  </a:lnTo>
                  <a:lnTo>
                    <a:pt x="0" y="3646"/>
                  </a:lnTo>
                  <a:close/>
                </a:path>
              </a:pathLst>
            </a:custGeom>
            <a:solidFill>
              <a:srgbClr val="49B8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31"/>
            <p:cNvSpPr/>
            <p:nvPr/>
          </p:nvSpPr>
          <p:spPr>
            <a:xfrm>
              <a:off x="6336024" y="3033539"/>
              <a:ext cx="72" cy="1298"/>
            </a:xfrm>
            <a:custGeom>
              <a:avLst/>
              <a:gdLst/>
              <a:ahLst/>
              <a:cxnLst/>
              <a:rect l="l" t="t" r="r" b="b"/>
              <a:pathLst>
                <a:path w="1" h="18" extrusionOk="0">
                  <a:moveTo>
                    <a:pt x="0" y="1"/>
                  </a:moveTo>
                  <a:lnTo>
                    <a:pt x="0" y="1"/>
                  </a:lnTo>
                  <a:lnTo>
                    <a:pt x="0" y="18"/>
                  </a:lnTo>
                  <a:lnTo>
                    <a:pt x="0" y="18"/>
                  </a:lnTo>
                  <a:close/>
                </a:path>
              </a:pathLst>
            </a:custGeom>
            <a:solidFill>
              <a:srgbClr val="49B8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31"/>
            <p:cNvSpPr/>
            <p:nvPr/>
          </p:nvSpPr>
          <p:spPr>
            <a:xfrm>
              <a:off x="6519588" y="2611954"/>
              <a:ext cx="277835" cy="194744"/>
            </a:xfrm>
            <a:custGeom>
              <a:avLst/>
              <a:gdLst/>
              <a:ahLst/>
              <a:cxnLst/>
              <a:rect l="l" t="t" r="r" b="b"/>
              <a:pathLst>
                <a:path w="3852" h="2700" extrusionOk="0">
                  <a:moveTo>
                    <a:pt x="3232" y="0"/>
                  </a:moveTo>
                  <a:lnTo>
                    <a:pt x="0" y="2699"/>
                  </a:lnTo>
                  <a:lnTo>
                    <a:pt x="3851" y="2510"/>
                  </a:lnTo>
                  <a:lnTo>
                    <a:pt x="323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31"/>
            <p:cNvSpPr/>
            <p:nvPr/>
          </p:nvSpPr>
          <p:spPr>
            <a:xfrm>
              <a:off x="6493478" y="2792994"/>
              <a:ext cx="389489" cy="515928"/>
            </a:xfrm>
            <a:custGeom>
              <a:avLst/>
              <a:gdLst/>
              <a:ahLst/>
              <a:cxnLst/>
              <a:rect l="l" t="t" r="r" b="b"/>
              <a:pathLst>
                <a:path w="5400" h="7153" extrusionOk="0">
                  <a:moveTo>
                    <a:pt x="4213" y="0"/>
                  </a:moveTo>
                  <a:lnTo>
                    <a:pt x="362" y="207"/>
                  </a:lnTo>
                  <a:lnTo>
                    <a:pt x="362" y="378"/>
                  </a:lnTo>
                  <a:lnTo>
                    <a:pt x="345" y="550"/>
                  </a:lnTo>
                  <a:lnTo>
                    <a:pt x="156" y="4006"/>
                  </a:lnTo>
                  <a:lnTo>
                    <a:pt x="1" y="7101"/>
                  </a:lnTo>
                  <a:lnTo>
                    <a:pt x="861" y="7101"/>
                  </a:lnTo>
                  <a:lnTo>
                    <a:pt x="912" y="7118"/>
                  </a:lnTo>
                  <a:lnTo>
                    <a:pt x="2700" y="7118"/>
                  </a:lnTo>
                  <a:cubicBezTo>
                    <a:pt x="2872" y="7135"/>
                    <a:pt x="3027" y="7135"/>
                    <a:pt x="3182" y="7135"/>
                  </a:cubicBezTo>
                  <a:lnTo>
                    <a:pt x="5400" y="7153"/>
                  </a:lnTo>
                  <a:lnTo>
                    <a:pt x="5400" y="7135"/>
                  </a:lnTo>
                  <a:lnTo>
                    <a:pt x="5382" y="7101"/>
                  </a:lnTo>
                  <a:lnTo>
                    <a:pt x="5314" y="6706"/>
                  </a:lnTo>
                  <a:lnTo>
                    <a:pt x="4867" y="3955"/>
                  </a:lnTo>
                  <a:lnTo>
                    <a:pt x="421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31"/>
            <p:cNvSpPr/>
            <p:nvPr/>
          </p:nvSpPr>
          <p:spPr>
            <a:xfrm>
              <a:off x="6927542" y="2471810"/>
              <a:ext cx="357248" cy="514702"/>
            </a:xfrm>
            <a:custGeom>
              <a:avLst/>
              <a:gdLst/>
              <a:ahLst/>
              <a:cxnLst/>
              <a:rect l="l" t="t" r="r" b="b"/>
              <a:pathLst>
                <a:path w="4953" h="7136" extrusionOk="0">
                  <a:moveTo>
                    <a:pt x="1" y="0"/>
                  </a:moveTo>
                  <a:lnTo>
                    <a:pt x="1445" y="7135"/>
                  </a:lnTo>
                  <a:lnTo>
                    <a:pt x="4952" y="3456"/>
                  </a:lnTo>
                  <a:lnTo>
                    <a:pt x="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31"/>
            <p:cNvSpPr/>
            <p:nvPr/>
          </p:nvSpPr>
          <p:spPr>
            <a:xfrm>
              <a:off x="6942400" y="1944774"/>
              <a:ext cx="23658" cy="88068"/>
            </a:xfrm>
            <a:custGeom>
              <a:avLst/>
              <a:gdLst/>
              <a:ahLst/>
              <a:cxnLst/>
              <a:rect l="l" t="t" r="r" b="b"/>
              <a:pathLst>
                <a:path w="328" h="1221" extrusionOk="0">
                  <a:moveTo>
                    <a:pt x="328" y="0"/>
                  </a:moveTo>
                  <a:lnTo>
                    <a:pt x="18" y="1221"/>
                  </a:lnTo>
                  <a:lnTo>
                    <a:pt x="1" y="1169"/>
                  </a:lnTo>
                  <a:close/>
                </a:path>
              </a:pathLst>
            </a:custGeom>
            <a:solidFill>
              <a:srgbClr val="49B8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31"/>
            <p:cNvSpPr/>
            <p:nvPr/>
          </p:nvSpPr>
          <p:spPr>
            <a:xfrm>
              <a:off x="7049076" y="1619840"/>
              <a:ext cx="127810" cy="698266"/>
            </a:xfrm>
            <a:custGeom>
              <a:avLst/>
              <a:gdLst/>
              <a:ahLst/>
              <a:cxnLst/>
              <a:rect l="l" t="t" r="r" b="b"/>
              <a:pathLst>
                <a:path w="1772" h="9681" extrusionOk="0">
                  <a:moveTo>
                    <a:pt x="1771" y="1"/>
                  </a:moveTo>
                  <a:lnTo>
                    <a:pt x="0" y="362"/>
                  </a:lnTo>
                  <a:lnTo>
                    <a:pt x="791" y="9680"/>
                  </a:lnTo>
                  <a:lnTo>
                    <a:pt x="177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31"/>
            <p:cNvSpPr/>
            <p:nvPr/>
          </p:nvSpPr>
          <p:spPr>
            <a:xfrm>
              <a:off x="7106129" y="3011252"/>
              <a:ext cx="127810" cy="297670"/>
            </a:xfrm>
            <a:custGeom>
              <a:avLst/>
              <a:gdLst/>
              <a:ahLst/>
              <a:cxnLst/>
              <a:rect l="l" t="t" r="r" b="b"/>
              <a:pathLst>
                <a:path w="1772" h="4127" extrusionOk="0">
                  <a:moveTo>
                    <a:pt x="1771" y="4092"/>
                  </a:moveTo>
                  <a:lnTo>
                    <a:pt x="1771" y="4109"/>
                  </a:lnTo>
                  <a:lnTo>
                    <a:pt x="0" y="4127"/>
                  </a:lnTo>
                  <a:lnTo>
                    <a:pt x="0" y="4127"/>
                  </a:lnTo>
                  <a:lnTo>
                    <a:pt x="0" y="4109"/>
                  </a:lnTo>
                  <a:lnTo>
                    <a:pt x="18" y="4109"/>
                  </a:lnTo>
                  <a:lnTo>
                    <a:pt x="18" y="4058"/>
                  </a:lnTo>
                  <a:lnTo>
                    <a:pt x="998" y="946"/>
                  </a:lnTo>
                  <a:lnTo>
                    <a:pt x="1290" y="0"/>
                  </a:lnTo>
                  <a:lnTo>
                    <a:pt x="1393" y="946"/>
                  </a:lnTo>
                  <a:lnTo>
                    <a:pt x="1771" y="4058"/>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31"/>
            <p:cNvSpPr/>
            <p:nvPr/>
          </p:nvSpPr>
          <p:spPr>
            <a:xfrm>
              <a:off x="7423562" y="2189070"/>
              <a:ext cx="560647" cy="1114875"/>
            </a:xfrm>
            <a:custGeom>
              <a:avLst/>
              <a:gdLst/>
              <a:ahLst/>
              <a:cxnLst/>
              <a:rect l="l" t="t" r="r" b="b"/>
              <a:pathLst>
                <a:path w="7773" h="15457" extrusionOk="0">
                  <a:moveTo>
                    <a:pt x="7772" y="0"/>
                  </a:moveTo>
                  <a:lnTo>
                    <a:pt x="2924" y="4556"/>
                  </a:lnTo>
                  <a:lnTo>
                    <a:pt x="878" y="12207"/>
                  </a:lnTo>
                  <a:lnTo>
                    <a:pt x="1" y="15457"/>
                  </a:lnTo>
                  <a:lnTo>
                    <a:pt x="2597" y="15457"/>
                  </a:lnTo>
                  <a:lnTo>
                    <a:pt x="3250" y="12087"/>
                  </a:lnTo>
                  <a:lnTo>
                    <a:pt x="4488" y="5605"/>
                  </a:lnTo>
                  <a:lnTo>
                    <a:pt x="7772" y="0"/>
                  </a:lnTo>
                  <a:close/>
                </a:path>
              </a:pathLst>
            </a:custGeom>
            <a:solidFill>
              <a:srgbClr val="95DE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31"/>
            <p:cNvSpPr/>
            <p:nvPr/>
          </p:nvSpPr>
          <p:spPr>
            <a:xfrm>
              <a:off x="7984137" y="2189070"/>
              <a:ext cx="209603" cy="833361"/>
            </a:xfrm>
            <a:custGeom>
              <a:avLst/>
              <a:gdLst/>
              <a:ahLst/>
              <a:cxnLst/>
              <a:rect l="l" t="t" r="r" b="b"/>
              <a:pathLst>
                <a:path w="2906" h="11554" extrusionOk="0">
                  <a:moveTo>
                    <a:pt x="0" y="0"/>
                  </a:moveTo>
                  <a:lnTo>
                    <a:pt x="2906" y="11554"/>
                  </a:lnTo>
                  <a:lnTo>
                    <a:pt x="2906" y="5175"/>
                  </a:lnTo>
                  <a:lnTo>
                    <a:pt x="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31"/>
            <p:cNvSpPr/>
            <p:nvPr/>
          </p:nvSpPr>
          <p:spPr>
            <a:xfrm>
              <a:off x="7747271" y="2189070"/>
              <a:ext cx="446469" cy="833505"/>
            </a:xfrm>
            <a:custGeom>
              <a:avLst/>
              <a:gdLst/>
              <a:ahLst/>
              <a:cxnLst/>
              <a:rect l="l" t="t" r="r" b="b"/>
              <a:pathLst>
                <a:path w="6190" h="11556" extrusionOk="0">
                  <a:moveTo>
                    <a:pt x="3284" y="0"/>
                  </a:moveTo>
                  <a:lnTo>
                    <a:pt x="0" y="5605"/>
                  </a:lnTo>
                  <a:cubicBezTo>
                    <a:pt x="0" y="5605"/>
                    <a:pt x="6086" y="11555"/>
                    <a:pt x="6188" y="11555"/>
                  </a:cubicBezTo>
                  <a:cubicBezTo>
                    <a:pt x="6189" y="11555"/>
                    <a:pt x="6190" y="11555"/>
                    <a:pt x="6190" y="11554"/>
                  </a:cubicBezTo>
                  <a:cubicBezTo>
                    <a:pt x="6190" y="11468"/>
                    <a:pt x="3284" y="0"/>
                    <a:pt x="328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31"/>
            <p:cNvSpPr/>
            <p:nvPr/>
          </p:nvSpPr>
          <p:spPr>
            <a:xfrm>
              <a:off x="7457102" y="1376770"/>
              <a:ext cx="156300" cy="732960"/>
            </a:xfrm>
            <a:custGeom>
              <a:avLst/>
              <a:gdLst/>
              <a:ahLst/>
              <a:cxnLst/>
              <a:rect l="l" t="t" r="r" b="b"/>
              <a:pathLst>
                <a:path w="2167" h="10162" extrusionOk="0">
                  <a:moveTo>
                    <a:pt x="1255" y="1"/>
                  </a:moveTo>
                  <a:lnTo>
                    <a:pt x="0" y="1067"/>
                  </a:lnTo>
                  <a:lnTo>
                    <a:pt x="1479" y="10162"/>
                  </a:lnTo>
                  <a:lnTo>
                    <a:pt x="2166" y="87"/>
                  </a:lnTo>
                  <a:lnTo>
                    <a:pt x="125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31"/>
            <p:cNvSpPr/>
            <p:nvPr/>
          </p:nvSpPr>
          <p:spPr>
            <a:xfrm>
              <a:off x="7661655" y="1343303"/>
              <a:ext cx="158825" cy="785180"/>
            </a:xfrm>
            <a:custGeom>
              <a:avLst/>
              <a:gdLst/>
              <a:ahLst/>
              <a:cxnLst/>
              <a:rect l="l" t="t" r="r" b="b"/>
              <a:pathLst>
                <a:path w="2202" h="10886" extrusionOk="0">
                  <a:moveTo>
                    <a:pt x="1" y="0"/>
                  </a:moveTo>
                  <a:cubicBezTo>
                    <a:pt x="1" y="1"/>
                    <a:pt x="1408" y="10885"/>
                    <a:pt x="1428" y="10885"/>
                  </a:cubicBezTo>
                  <a:cubicBezTo>
                    <a:pt x="1428" y="10885"/>
                    <a:pt x="1428" y="10885"/>
                    <a:pt x="1428" y="10884"/>
                  </a:cubicBezTo>
                  <a:cubicBezTo>
                    <a:pt x="1428" y="10729"/>
                    <a:pt x="2202" y="654"/>
                    <a:pt x="2202" y="654"/>
                  </a:cubicBez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31"/>
            <p:cNvSpPr/>
            <p:nvPr/>
          </p:nvSpPr>
          <p:spPr>
            <a:xfrm>
              <a:off x="8077110" y="1474720"/>
              <a:ext cx="173683" cy="401894"/>
            </a:xfrm>
            <a:custGeom>
              <a:avLst/>
              <a:gdLst/>
              <a:ahLst/>
              <a:cxnLst/>
              <a:rect l="l" t="t" r="r" b="b"/>
              <a:pathLst>
                <a:path w="2408" h="5572" extrusionOk="0">
                  <a:moveTo>
                    <a:pt x="276" y="1"/>
                  </a:moveTo>
                  <a:lnTo>
                    <a:pt x="1" y="5572"/>
                  </a:lnTo>
                  <a:lnTo>
                    <a:pt x="1685" y="3611"/>
                  </a:lnTo>
                  <a:lnTo>
                    <a:pt x="2408" y="482"/>
                  </a:lnTo>
                  <a:lnTo>
                    <a:pt x="27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31"/>
            <p:cNvSpPr/>
            <p:nvPr/>
          </p:nvSpPr>
          <p:spPr>
            <a:xfrm>
              <a:off x="8477634" y="2729738"/>
              <a:ext cx="460173" cy="574207"/>
            </a:xfrm>
            <a:custGeom>
              <a:avLst/>
              <a:gdLst/>
              <a:ahLst/>
              <a:cxnLst/>
              <a:rect l="l" t="t" r="r" b="b"/>
              <a:pathLst>
                <a:path w="6380" h="7961" extrusionOk="0">
                  <a:moveTo>
                    <a:pt x="551" y="0"/>
                  </a:moveTo>
                  <a:lnTo>
                    <a:pt x="534" y="138"/>
                  </a:lnTo>
                  <a:lnTo>
                    <a:pt x="224" y="4557"/>
                  </a:lnTo>
                  <a:lnTo>
                    <a:pt x="35" y="7565"/>
                  </a:lnTo>
                  <a:lnTo>
                    <a:pt x="1" y="7961"/>
                  </a:lnTo>
                  <a:lnTo>
                    <a:pt x="6380" y="7961"/>
                  </a:lnTo>
                  <a:lnTo>
                    <a:pt x="5382" y="4849"/>
                  </a:lnTo>
                  <a:lnTo>
                    <a:pt x="4248" y="1324"/>
                  </a:lnTo>
                  <a:lnTo>
                    <a:pt x="55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31"/>
            <p:cNvSpPr/>
            <p:nvPr/>
          </p:nvSpPr>
          <p:spPr>
            <a:xfrm>
              <a:off x="8516078" y="1912534"/>
              <a:ext cx="267954" cy="912774"/>
            </a:xfrm>
            <a:custGeom>
              <a:avLst/>
              <a:gdLst/>
              <a:ahLst/>
              <a:cxnLst/>
              <a:rect l="l" t="t" r="r" b="b"/>
              <a:pathLst>
                <a:path w="3715" h="12655" extrusionOk="0">
                  <a:moveTo>
                    <a:pt x="1514" y="0"/>
                  </a:moveTo>
                  <a:lnTo>
                    <a:pt x="379" y="1891"/>
                  </a:lnTo>
                  <a:lnTo>
                    <a:pt x="1" y="11330"/>
                  </a:lnTo>
                  <a:lnTo>
                    <a:pt x="3715" y="12654"/>
                  </a:lnTo>
                  <a:lnTo>
                    <a:pt x="2769" y="5433"/>
                  </a:lnTo>
                  <a:lnTo>
                    <a:pt x="1514" y="0"/>
                  </a:lnTo>
                  <a:close/>
                </a:path>
              </a:pathLst>
            </a:custGeom>
            <a:solidFill>
              <a:srgbClr val="95DE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31"/>
            <p:cNvSpPr/>
            <p:nvPr/>
          </p:nvSpPr>
          <p:spPr>
            <a:xfrm>
              <a:off x="8193668" y="2729738"/>
              <a:ext cx="323780" cy="574207"/>
            </a:xfrm>
            <a:custGeom>
              <a:avLst/>
              <a:gdLst/>
              <a:ahLst/>
              <a:cxnLst/>
              <a:rect l="l" t="t" r="r" b="b"/>
              <a:pathLst>
                <a:path w="4489" h="7961" extrusionOk="0">
                  <a:moveTo>
                    <a:pt x="4488" y="0"/>
                  </a:moveTo>
                  <a:lnTo>
                    <a:pt x="4454" y="18"/>
                  </a:lnTo>
                  <a:lnTo>
                    <a:pt x="3285" y="1084"/>
                  </a:lnTo>
                  <a:lnTo>
                    <a:pt x="2236" y="2029"/>
                  </a:lnTo>
                  <a:lnTo>
                    <a:pt x="1" y="4058"/>
                  </a:lnTo>
                  <a:lnTo>
                    <a:pt x="104" y="4367"/>
                  </a:lnTo>
                  <a:lnTo>
                    <a:pt x="1325" y="7961"/>
                  </a:lnTo>
                  <a:lnTo>
                    <a:pt x="3938" y="7961"/>
                  </a:lnTo>
                  <a:lnTo>
                    <a:pt x="3972" y="7565"/>
                  </a:lnTo>
                  <a:lnTo>
                    <a:pt x="4161" y="4557"/>
                  </a:lnTo>
                  <a:lnTo>
                    <a:pt x="4471" y="138"/>
                  </a:lnTo>
                  <a:lnTo>
                    <a:pt x="448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31"/>
            <p:cNvSpPr/>
            <p:nvPr/>
          </p:nvSpPr>
          <p:spPr>
            <a:xfrm>
              <a:off x="8783959" y="2825235"/>
              <a:ext cx="563099" cy="478710"/>
            </a:xfrm>
            <a:custGeom>
              <a:avLst/>
              <a:gdLst/>
              <a:ahLst/>
              <a:cxnLst/>
              <a:rect l="l" t="t" r="r" b="b"/>
              <a:pathLst>
                <a:path w="7807" h="6637" extrusionOk="0">
                  <a:moveTo>
                    <a:pt x="1" y="0"/>
                  </a:moveTo>
                  <a:lnTo>
                    <a:pt x="1135" y="3525"/>
                  </a:lnTo>
                  <a:lnTo>
                    <a:pt x="2150" y="6637"/>
                  </a:lnTo>
                  <a:cubicBezTo>
                    <a:pt x="2425" y="6637"/>
                    <a:pt x="2700" y="6620"/>
                    <a:pt x="2958" y="6602"/>
                  </a:cubicBezTo>
                  <a:cubicBezTo>
                    <a:pt x="5004" y="6482"/>
                    <a:pt x="6758" y="6396"/>
                    <a:pt x="7480" y="6362"/>
                  </a:cubicBezTo>
                  <a:lnTo>
                    <a:pt x="7600" y="6345"/>
                  </a:lnTo>
                  <a:lnTo>
                    <a:pt x="7806" y="6345"/>
                  </a:lnTo>
                  <a:lnTo>
                    <a:pt x="7015" y="3834"/>
                  </a:lnTo>
                  <a:lnTo>
                    <a:pt x="6534" y="2287"/>
                  </a:ln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31"/>
            <p:cNvSpPr/>
            <p:nvPr/>
          </p:nvSpPr>
          <p:spPr>
            <a:xfrm>
              <a:off x="8193668" y="2093574"/>
              <a:ext cx="322482" cy="928858"/>
            </a:xfrm>
            <a:custGeom>
              <a:avLst/>
              <a:gdLst/>
              <a:ahLst/>
              <a:cxnLst/>
              <a:rect l="l" t="t" r="r" b="b"/>
              <a:pathLst>
                <a:path w="4471" h="12878" extrusionOk="0">
                  <a:moveTo>
                    <a:pt x="1686" y="0"/>
                  </a:moveTo>
                  <a:lnTo>
                    <a:pt x="1" y="6499"/>
                  </a:lnTo>
                  <a:lnTo>
                    <a:pt x="1" y="12878"/>
                  </a:lnTo>
                  <a:lnTo>
                    <a:pt x="4471" y="8958"/>
                  </a:lnTo>
                  <a:lnTo>
                    <a:pt x="3697" y="2356"/>
                  </a:lnTo>
                  <a:lnTo>
                    <a:pt x="3285" y="9904"/>
                  </a:lnTo>
                  <a:lnTo>
                    <a:pt x="2236" y="10849"/>
                  </a:lnTo>
                  <a:lnTo>
                    <a:pt x="168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31"/>
            <p:cNvSpPr/>
            <p:nvPr/>
          </p:nvSpPr>
          <p:spPr>
            <a:xfrm>
              <a:off x="8715799" y="2304402"/>
              <a:ext cx="539514" cy="685788"/>
            </a:xfrm>
            <a:custGeom>
              <a:avLst/>
              <a:gdLst/>
              <a:ahLst/>
              <a:cxnLst/>
              <a:rect l="l" t="t" r="r" b="b"/>
              <a:pathLst>
                <a:path w="7480" h="9508" extrusionOk="0">
                  <a:moveTo>
                    <a:pt x="0" y="0"/>
                  </a:moveTo>
                  <a:lnTo>
                    <a:pt x="946" y="7221"/>
                  </a:lnTo>
                  <a:lnTo>
                    <a:pt x="7479" y="9508"/>
                  </a:lnTo>
                  <a:lnTo>
                    <a:pt x="0" y="0"/>
                  </a:lnTo>
                  <a:close/>
                </a:path>
              </a:pathLst>
            </a:custGeom>
            <a:solidFill>
              <a:srgbClr val="59C2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31"/>
            <p:cNvSpPr/>
            <p:nvPr/>
          </p:nvSpPr>
          <p:spPr>
            <a:xfrm>
              <a:off x="8770327" y="1784796"/>
              <a:ext cx="143894" cy="584161"/>
            </a:xfrm>
            <a:custGeom>
              <a:avLst/>
              <a:gdLst/>
              <a:ahLst/>
              <a:cxnLst/>
              <a:rect l="l" t="t" r="r" b="b"/>
              <a:pathLst>
                <a:path w="1995" h="8099" extrusionOk="0">
                  <a:moveTo>
                    <a:pt x="1" y="0"/>
                  </a:moveTo>
                  <a:lnTo>
                    <a:pt x="1995" y="8098"/>
                  </a:lnTo>
                  <a:lnTo>
                    <a:pt x="1754" y="1582"/>
                  </a:lnTo>
                  <a:lnTo>
                    <a:pt x="1720" y="1496"/>
                  </a:lnTo>
                  <a:lnTo>
                    <a:pt x="1410" y="568"/>
                  </a:lnTo>
                  <a:lnTo>
                    <a:pt x="1393" y="550"/>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31"/>
            <p:cNvSpPr/>
            <p:nvPr/>
          </p:nvSpPr>
          <p:spPr>
            <a:xfrm>
              <a:off x="8431761" y="1618614"/>
              <a:ext cx="120381" cy="458875"/>
            </a:xfrm>
            <a:custGeom>
              <a:avLst/>
              <a:gdLst/>
              <a:ahLst/>
              <a:cxnLst/>
              <a:rect l="l" t="t" r="r" b="b"/>
              <a:pathLst>
                <a:path w="1669" h="6362" extrusionOk="0">
                  <a:moveTo>
                    <a:pt x="1669" y="0"/>
                  </a:moveTo>
                  <a:lnTo>
                    <a:pt x="1" y="379"/>
                  </a:lnTo>
                  <a:lnTo>
                    <a:pt x="396" y="6362"/>
                  </a:lnTo>
                  <a:lnTo>
                    <a:pt x="166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31"/>
            <p:cNvSpPr/>
            <p:nvPr/>
          </p:nvSpPr>
          <p:spPr>
            <a:xfrm>
              <a:off x="9105143" y="2014161"/>
              <a:ext cx="1298" cy="104296"/>
            </a:xfrm>
            <a:custGeom>
              <a:avLst/>
              <a:gdLst/>
              <a:ahLst/>
              <a:cxnLst/>
              <a:rect l="l" t="t" r="r" b="b"/>
              <a:pathLst>
                <a:path w="18" h="1446" extrusionOk="0">
                  <a:moveTo>
                    <a:pt x="18" y="53"/>
                  </a:moveTo>
                  <a:lnTo>
                    <a:pt x="18" y="1445"/>
                  </a:lnTo>
                  <a:lnTo>
                    <a:pt x="18" y="1411"/>
                  </a:lnTo>
                  <a:lnTo>
                    <a:pt x="1" y="1394"/>
                  </a:lnTo>
                  <a:lnTo>
                    <a:pt x="1" y="1"/>
                  </a:lnTo>
                  <a:cubicBezTo>
                    <a:pt x="18" y="18"/>
                    <a:pt x="18" y="35"/>
                    <a:pt x="18" y="53"/>
                  </a:cubicBezTo>
                  <a:close/>
                </a:path>
              </a:pathLst>
            </a:custGeom>
            <a:solidFill>
              <a:srgbClr val="B7E8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31"/>
            <p:cNvSpPr/>
            <p:nvPr/>
          </p:nvSpPr>
          <p:spPr>
            <a:xfrm>
              <a:off x="9211820" y="2641670"/>
              <a:ext cx="3751" cy="13704"/>
            </a:xfrm>
            <a:custGeom>
              <a:avLst/>
              <a:gdLst/>
              <a:ahLst/>
              <a:cxnLst/>
              <a:rect l="l" t="t" r="r" b="b"/>
              <a:pathLst>
                <a:path w="52" h="190" extrusionOk="0">
                  <a:moveTo>
                    <a:pt x="52" y="190"/>
                  </a:moveTo>
                  <a:lnTo>
                    <a:pt x="35" y="121"/>
                  </a:lnTo>
                  <a:lnTo>
                    <a:pt x="0" y="1"/>
                  </a:lnTo>
                  <a:cubicBezTo>
                    <a:pt x="17" y="52"/>
                    <a:pt x="35" y="104"/>
                    <a:pt x="52" y="155"/>
                  </a:cubicBezTo>
                  <a:lnTo>
                    <a:pt x="52" y="190"/>
                  </a:lnTo>
                  <a:close/>
                </a:path>
              </a:pathLst>
            </a:custGeom>
            <a:solidFill>
              <a:srgbClr val="49B8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31"/>
            <p:cNvSpPr/>
            <p:nvPr/>
          </p:nvSpPr>
          <p:spPr>
            <a:xfrm>
              <a:off x="9255240" y="2990118"/>
              <a:ext cx="267882" cy="313827"/>
            </a:xfrm>
            <a:custGeom>
              <a:avLst/>
              <a:gdLst/>
              <a:ahLst/>
              <a:cxnLst/>
              <a:rect l="l" t="t" r="r" b="b"/>
              <a:pathLst>
                <a:path w="3714" h="4351" extrusionOk="0">
                  <a:moveTo>
                    <a:pt x="0" y="1"/>
                  </a:moveTo>
                  <a:lnTo>
                    <a:pt x="481" y="1548"/>
                  </a:lnTo>
                  <a:lnTo>
                    <a:pt x="1272" y="4059"/>
                  </a:lnTo>
                  <a:cubicBezTo>
                    <a:pt x="1410" y="4076"/>
                    <a:pt x="1565" y="4110"/>
                    <a:pt x="1719" y="4144"/>
                  </a:cubicBezTo>
                  <a:lnTo>
                    <a:pt x="1737" y="4144"/>
                  </a:lnTo>
                  <a:cubicBezTo>
                    <a:pt x="1737" y="4144"/>
                    <a:pt x="3060" y="4316"/>
                    <a:pt x="3060" y="4316"/>
                  </a:cubicBezTo>
                  <a:lnTo>
                    <a:pt x="3714" y="4351"/>
                  </a:lnTo>
                  <a:lnTo>
                    <a:pt x="3714" y="4334"/>
                  </a:lnTo>
                  <a:lnTo>
                    <a:pt x="3095" y="1634"/>
                  </a:lnTo>
                  <a:lnTo>
                    <a:pt x="2665" y="1411"/>
                  </a:lnTo>
                  <a:lnTo>
                    <a:pt x="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31"/>
            <p:cNvSpPr/>
            <p:nvPr/>
          </p:nvSpPr>
          <p:spPr>
            <a:xfrm>
              <a:off x="6264113" y="3305171"/>
              <a:ext cx="1298" cy="1298"/>
            </a:xfrm>
            <a:custGeom>
              <a:avLst/>
              <a:gdLst/>
              <a:ahLst/>
              <a:cxnLst/>
              <a:rect l="l" t="t" r="r" b="b"/>
              <a:pathLst>
                <a:path w="18" h="18" extrusionOk="0">
                  <a:moveTo>
                    <a:pt x="17" y="0"/>
                  </a:moveTo>
                  <a:lnTo>
                    <a:pt x="0" y="17"/>
                  </a:lnTo>
                  <a:lnTo>
                    <a:pt x="17" y="0"/>
                  </a:lnTo>
                  <a:close/>
                </a:path>
              </a:pathLst>
            </a:custGeom>
            <a:solidFill>
              <a:srgbClr val="B7E8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31"/>
            <p:cNvSpPr/>
            <p:nvPr/>
          </p:nvSpPr>
          <p:spPr>
            <a:xfrm>
              <a:off x="6493478" y="3266727"/>
              <a:ext cx="611497" cy="42195"/>
            </a:xfrm>
            <a:custGeom>
              <a:avLst/>
              <a:gdLst/>
              <a:ahLst/>
              <a:cxnLst/>
              <a:rect l="l" t="t" r="r" b="b"/>
              <a:pathLst>
                <a:path w="8478" h="585" extrusionOk="0">
                  <a:moveTo>
                    <a:pt x="895" y="0"/>
                  </a:moveTo>
                  <a:lnTo>
                    <a:pt x="18" y="516"/>
                  </a:lnTo>
                  <a:lnTo>
                    <a:pt x="1" y="516"/>
                  </a:lnTo>
                  <a:lnTo>
                    <a:pt x="1" y="533"/>
                  </a:lnTo>
                  <a:lnTo>
                    <a:pt x="620" y="533"/>
                  </a:lnTo>
                  <a:lnTo>
                    <a:pt x="5400" y="567"/>
                  </a:lnTo>
                  <a:lnTo>
                    <a:pt x="6895" y="585"/>
                  </a:lnTo>
                  <a:lnTo>
                    <a:pt x="8477" y="585"/>
                  </a:lnTo>
                  <a:lnTo>
                    <a:pt x="8477" y="567"/>
                  </a:lnTo>
                  <a:lnTo>
                    <a:pt x="8443" y="516"/>
                  </a:lnTo>
                  <a:lnTo>
                    <a:pt x="8116" y="120"/>
                  </a:lnTo>
                  <a:lnTo>
                    <a:pt x="7428" y="120"/>
                  </a:lnTo>
                  <a:lnTo>
                    <a:pt x="6517" y="516"/>
                  </a:lnTo>
                  <a:lnTo>
                    <a:pt x="5400" y="138"/>
                  </a:lnTo>
                  <a:lnTo>
                    <a:pt x="5314" y="138"/>
                  </a:lnTo>
                  <a:lnTo>
                    <a:pt x="89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31"/>
            <p:cNvSpPr/>
            <p:nvPr/>
          </p:nvSpPr>
          <p:spPr>
            <a:xfrm>
              <a:off x="8356171" y="3262977"/>
              <a:ext cx="424182" cy="40968"/>
            </a:xfrm>
            <a:custGeom>
              <a:avLst/>
              <a:gdLst/>
              <a:ahLst/>
              <a:cxnLst/>
              <a:rect l="l" t="t" r="r" b="b"/>
              <a:pathLst>
                <a:path w="5881" h="568" extrusionOk="0">
                  <a:moveTo>
                    <a:pt x="2923" y="0"/>
                  </a:moveTo>
                  <a:lnTo>
                    <a:pt x="1719" y="172"/>
                  </a:lnTo>
                  <a:lnTo>
                    <a:pt x="309" y="361"/>
                  </a:lnTo>
                  <a:lnTo>
                    <a:pt x="0" y="568"/>
                  </a:lnTo>
                  <a:lnTo>
                    <a:pt x="5880" y="568"/>
                  </a:lnTo>
                  <a:lnTo>
                    <a:pt x="5278" y="276"/>
                  </a:lnTo>
                  <a:lnTo>
                    <a:pt x="292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31"/>
            <p:cNvSpPr/>
            <p:nvPr/>
          </p:nvSpPr>
          <p:spPr>
            <a:xfrm>
              <a:off x="8993562" y="3262977"/>
              <a:ext cx="483687" cy="38516"/>
            </a:xfrm>
            <a:custGeom>
              <a:avLst/>
              <a:gdLst/>
              <a:ahLst/>
              <a:cxnLst/>
              <a:rect l="l" t="t" r="r" b="b"/>
              <a:pathLst>
                <a:path w="6706" h="534" extrusionOk="0">
                  <a:moveTo>
                    <a:pt x="997" y="0"/>
                  </a:moveTo>
                  <a:lnTo>
                    <a:pt x="0" y="533"/>
                  </a:lnTo>
                  <a:lnTo>
                    <a:pt x="6706" y="533"/>
                  </a:lnTo>
                  <a:lnTo>
                    <a:pt x="4900" y="276"/>
                  </a:lnTo>
                  <a:lnTo>
                    <a:pt x="261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31"/>
            <p:cNvSpPr/>
            <p:nvPr/>
          </p:nvSpPr>
          <p:spPr>
            <a:xfrm>
              <a:off x="6336024" y="3033539"/>
              <a:ext cx="72" cy="1298"/>
            </a:xfrm>
            <a:custGeom>
              <a:avLst/>
              <a:gdLst/>
              <a:ahLst/>
              <a:cxnLst/>
              <a:rect l="l" t="t" r="r" b="b"/>
              <a:pathLst>
                <a:path w="1" h="18" extrusionOk="0">
                  <a:moveTo>
                    <a:pt x="0" y="1"/>
                  </a:moveTo>
                  <a:lnTo>
                    <a:pt x="0" y="18"/>
                  </a:lnTo>
                  <a:lnTo>
                    <a:pt x="0" y="1"/>
                  </a:lnTo>
                  <a:lnTo>
                    <a:pt x="0" y="1"/>
                  </a:lnTo>
                  <a:close/>
                </a:path>
              </a:pathLst>
            </a:custGeom>
            <a:solidFill>
              <a:srgbClr val="82C1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31"/>
            <p:cNvSpPr/>
            <p:nvPr/>
          </p:nvSpPr>
          <p:spPr>
            <a:xfrm>
              <a:off x="6336024" y="3021133"/>
              <a:ext cx="2524" cy="8800"/>
            </a:xfrm>
            <a:custGeom>
              <a:avLst/>
              <a:gdLst/>
              <a:ahLst/>
              <a:cxnLst/>
              <a:rect l="l" t="t" r="r" b="b"/>
              <a:pathLst>
                <a:path w="35" h="122" extrusionOk="0">
                  <a:moveTo>
                    <a:pt x="35" y="1"/>
                  </a:moveTo>
                  <a:cubicBezTo>
                    <a:pt x="35" y="35"/>
                    <a:pt x="18" y="87"/>
                    <a:pt x="0" y="121"/>
                  </a:cubicBezTo>
                  <a:lnTo>
                    <a:pt x="18" y="70"/>
                  </a:lnTo>
                  <a:cubicBezTo>
                    <a:pt x="35" y="52"/>
                    <a:pt x="35" y="18"/>
                    <a:pt x="35" y="1"/>
                  </a:cubicBezTo>
                  <a:close/>
                </a:path>
              </a:pathLst>
            </a:custGeom>
            <a:solidFill>
              <a:srgbClr val="82C1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09" name="Google Shape;1109;p31"/>
          <p:cNvGrpSpPr/>
          <p:nvPr/>
        </p:nvGrpSpPr>
        <p:grpSpPr>
          <a:xfrm flipH="1">
            <a:off x="-4254255" y="3207427"/>
            <a:ext cx="5098569" cy="2727209"/>
            <a:chOff x="3090225" y="3044025"/>
            <a:chExt cx="986050" cy="527425"/>
          </a:xfrm>
        </p:grpSpPr>
        <p:sp>
          <p:nvSpPr>
            <p:cNvPr id="1110" name="Google Shape;1110;p31"/>
            <p:cNvSpPr/>
            <p:nvPr/>
          </p:nvSpPr>
          <p:spPr>
            <a:xfrm>
              <a:off x="3090225" y="3307950"/>
              <a:ext cx="986050" cy="263500"/>
            </a:xfrm>
            <a:custGeom>
              <a:avLst/>
              <a:gdLst/>
              <a:ahLst/>
              <a:cxnLst/>
              <a:rect l="l" t="t" r="r" b="b"/>
              <a:pathLst>
                <a:path w="39442" h="10540" extrusionOk="0">
                  <a:moveTo>
                    <a:pt x="36828" y="0"/>
                  </a:moveTo>
                  <a:lnTo>
                    <a:pt x="34318" y="0"/>
                  </a:lnTo>
                  <a:lnTo>
                    <a:pt x="29229" y="0"/>
                  </a:lnTo>
                  <a:lnTo>
                    <a:pt x="24071" y="0"/>
                  </a:lnTo>
                  <a:lnTo>
                    <a:pt x="19188" y="0"/>
                  </a:lnTo>
                  <a:lnTo>
                    <a:pt x="16816" y="0"/>
                  </a:lnTo>
                  <a:lnTo>
                    <a:pt x="11709" y="0"/>
                  </a:lnTo>
                  <a:lnTo>
                    <a:pt x="7015" y="0"/>
                  </a:lnTo>
                  <a:lnTo>
                    <a:pt x="4505" y="0"/>
                  </a:lnTo>
                  <a:lnTo>
                    <a:pt x="1" y="0"/>
                  </a:lnTo>
                  <a:lnTo>
                    <a:pt x="929" y="654"/>
                  </a:lnTo>
                  <a:lnTo>
                    <a:pt x="2373" y="1256"/>
                  </a:lnTo>
                  <a:lnTo>
                    <a:pt x="4505" y="516"/>
                  </a:lnTo>
                  <a:lnTo>
                    <a:pt x="7015" y="3061"/>
                  </a:lnTo>
                  <a:lnTo>
                    <a:pt x="9182" y="3766"/>
                  </a:lnTo>
                  <a:lnTo>
                    <a:pt x="13119" y="3319"/>
                  </a:lnTo>
                  <a:lnTo>
                    <a:pt x="15371" y="4900"/>
                  </a:lnTo>
                  <a:lnTo>
                    <a:pt x="18380" y="9216"/>
                  </a:lnTo>
                  <a:lnTo>
                    <a:pt x="22885" y="10540"/>
                  </a:lnTo>
                  <a:lnTo>
                    <a:pt x="23658" y="6964"/>
                  </a:lnTo>
                  <a:lnTo>
                    <a:pt x="27235" y="6104"/>
                  </a:lnTo>
                  <a:lnTo>
                    <a:pt x="29263" y="4178"/>
                  </a:lnTo>
                  <a:lnTo>
                    <a:pt x="32014" y="4178"/>
                  </a:lnTo>
                  <a:lnTo>
                    <a:pt x="34524" y="1341"/>
                  </a:lnTo>
                  <a:lnTo>
                    <a:pt x="36536" y="1926"/>
                  </a:lnTo>
                  <a:lnTo>
                    <a:pt x="39442" y="0"/>
                  </a:lnTo>
                  <a:close/>
                </a:path>
              </a:pathLst>
            </a:custGeom>
            <a:solidFill>
              <a:srgbClr val="36A3D2">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31"/>
            <p:cNvSpPr/>
            <p:nvPr/>
          </p:nvSpPr>
          <p:spPr>
            <a:xfrm>
              <a:off x="3090225" y="3044025"/>
              <a:ext cx="986050" cy="263950"/>
            </a:xfrm>
            <a:custGeom>
              <a:avLst/>
              <a:gdLst/>
              <a:ahLst/>
              <a:cxnLst/>
              <a:rect l="l" t="t" r="r" b="b"/>
              <a:pathLst>
                <a:path w="39442" h="10558" extrusionOk="0">
                  <a:moveTo>
                    <a:pt x="38496" y="9887"/>
                  </a:moveTo>
                  <a:lnTo>
                    <a:pt x="37052" y="9302"/>
                  </a:lnTo>
                  <a:lnTo>
                    <a:pt x="34920" y="10024"/>
                  </a:lnTo>
                  <a:lnTo>
                    <a:pt x="32410" y="7480"/>
                  </a:lnTo>
                  <a:lnTo>
                    <a:pt x="30243" y="6775"/>
                  </a:lnTo>
                  <a:lnTo>
                    <a:pt x="26306" y="7222"/>
                  </a:lnTo>
                  <a:lnTo>
                    <a:pt x="24054" y="5657"/>
                  </a:lnTo>
                  <a:lnTo>
                    <a:pt x="21045" y="1325"/>
                  </a:lnTo>
                  <a:lnTo>
                    <a:pt x="16540" y="1"/>
                  </a:lnTo>
                  <a:lnTo>
                    <a:pt x="15767" y="3577"/>
                  </a:lnTo>
                  <a:lnTo>
                    <a:pt x="12191" y="4437"/>
                  </a:lnTo>
                  <a:lnTo>
                    <a:pt x="10162" y="6379"/>
                  </a:lnTo>
                  <a:lnTo>
                    <a:pt x="7411" y="6379"/>
                  </a:lnTo>
                  <a:lnTo>
                    <a:pt x="4901" y="9199"/>
                  </a:lnTo>
                  <a:lnTo>
                    <a:pt x="2889" y="8615"/>
                  </a:lnTo>
                  <a:lnTo>
                    <a:pt x="1" y="10557"/>
                  </a:lnTo>
                  <a:lnTo>
                    <a:pt x="22610" y="10557"/>
                  </a:lnTo>
                  <a:lnTo>
                    <a:pt x="32410" y="10557"/>
                  </a:lnTo>
                  <a:lnTo>
                    <a:pt x="39442" y="10557"/>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31"/>
            <p:cNvSpPr/>
            <p:nvPr/>
          </p:nvSpPr>
          <p:spPr>
            <a:xfrm>
              <a:off x="3212725" y="3203500"/>
              <a:ext cx="132425" cy="104475"/>
            </a:xfrm>
            <a:custGeom>
              <a:avLst/>
              <a:gdLst/>
              <a:ahLst/>
              <a:cxnLst/>
              <a:rect l="l" t="t" r="r" b="b"/>
              <a:pathLst>
                <a:path w="5297" h="4179" extrusionOk="0">
                  <a:moveTo>
                    <a:pt x="1" y="2820"/>
                  </a:moveTo>
                  <a:lnTo>
                    <a:pt x="2511" y="0"/>
                  </a:lnTo>
                  <a:lnTo>
                    <a:pt x="5296" y="4178"/>
                  </a:lnTo>
                  <a:lnTo>
                    <a:pt x="224" y="4178"/>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31"/>
            <p:cNvSpPr/>
            <p:nvPr/>
          </p:nvSpPr>
          <p:spPr>
            <a:xfrm>
              <a:off x="3155125" y="3274000"/>
              <a:ext cx="63225" cy="33975"/>
            </a:xfrm>
            <a:custGeom>
              <a:avLst/>
              <a:gdLst/>
              <a:ahLst/>
              <a:cxnLst/>
              <a:rect l="l" t="t" r="r" b="b"/>
              <a:pathLst>
                <a:path w="2529" h="1359" extrusionOk="0">
                  <a:moveTo>
                    <a:pt x="2305" y="0"/>
                  </a:moveTo>
                  <a:lnTo>
                    <a:pt x="413" y="361"/>
                  </a:lnTo>
                  <a:lnTo>
                    <a:pt x="1" y="1358"/>
                  </a:lnTo>
                  <a:lnTo>
                    <a:pt x="2528" y="1358"/>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31"/>
            <p:cNvSpPr/>
            <p:nvPr/>
          </p:nvSpPr>
          <p:spPr>
            <a:xfrm>
              <a:off x="3090225" y="3283025"/>
              <a:ext cx="75250" cy="24950"/>
            </a:xfrm>
            <a:custGeom>
              <a:avLst/>
              <a:gdLst/>
              <a:ahLst/>
              <a:cxnLst/>
              <a:rect l="l" t="t" r="r" b="b"/>
              <a:pathLst>
                <a:path w="3010" h="998" extrusionOk="0">
                  <a:moveTo>
                    <a:pt x="3009" y="0"/>
                  </a:moveTo>
                  <a:lnTo>
                    <a:pt x="1" y="997"/>
                  </a:lnTo>
                  <a:lnTo>
                    <a:pt x="2597" y="997"/>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31"/>
            <p:cNvSpPr/>
            <p:nvPr/>
          </p:nvSpPr>
          <p:spPr>
            <a:xfrm>
              <a:off x="3275475" y="3203500"/>
              <a:ext cx="72250" cy="104475"/>
            </a:xfrm>
            <a:custGeom>
              <a:avLst/>
              <a:gdLst/>
              <a:ahLst/>
              <a:cxnLst/>
              <a:rect l="l" t="t" r="r" b="b"/>
              <a:pathLst>
                <a:path w="2890" h="4179" extrusionOk="0">
                  <a:moveTo>
                    <a:pt x="2786" y="4178"/>
                  </a:moveTo>
                  <a:lnTo>
                    <a:pt x="2270" y="379"/>
                  </a:lnTo>
                  <a:lnTo>
                    <a:pt x="2889" y="1393"/>
                  </a:lnTo>
                  <a:lnTo>
                    <a:pt x="2752" y="0"/>
                  </a:ln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31"/>
            <p:cNvSpPr/>
            <p:nvPr/>
          </p:nvSpPr>
          <p:spPr>
            <a:xfrm>
              <a:off x="3345125" y="3248200"/>
              <a:ext cx="128975" cy="59775"/>
            </a:xfrm>
            <a:custGeom>
              <a:avLst/>
              <a:gdLst/>
              <a:ahLst/>
              <a:cxnLst/>
              <a:rect l="l" t="t" r="r" b="b"/>
              <a:pathLst>
                <a:path w="5159" h="2391" extrusionOk="0">
                  <a:moveTo>
                    <a:pt x="0" y="2390"/>
                  </a:moveTo>
                  <a:lnTo>
                    <a:pt x="1599" y="1"/>
                  </a:lnTo>
                  <a:lnTo>
                    <a:pt x="4556" y="1531"/>
                  </a:lnTo>
                  <a:lnTo>
                    <a:pt x="5158" y="239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31"/>
            <p:cNvSpPr/>
            <p:nvPr/>
          </p:nvSpPr>
          <p:spPr>
            <a:xfrm>
              <a:off x="3385100" y="3219825"/>
              <a:ext cx="136275" cy="66650"/>
            </a:xfrm>
            <a:custGeom>
              <a:avLst/>
              <a:gdLst/>
              <a:ahLst/>
              <a:cxnLst/>
              <a:rect l="l" t="t" r="r" b="b"/>
              <a:pathLst>
                <a:path w="5451" h="2666" extrusionOk="0">
                  <a:moveTo>
                    <a:pt x="0" y="1136"/>
                  </a:moveTo>
                  <a:lnTo>
                    <a:pt x="5450" y="1"/>
                  </a:lnTo>
                  <a:lnTo>
                    <a:pt x="2957" y="2666"/>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31"/>
            <p:cNvSpPr/>
            <p:nvPr/>
          </p:nvSpPr>
          <p:spPr>
            <a:xfrm>
              <a:off x="3459025" y="3219825"/>
              <a:ext cx="137125" cy="88150"/>
            </a:xfrm>
            <a:custGeom>
              <a:avLst/>
              <a:gdLst/>
              <a:ahLst/>
              <a:cxnLst/>
              <a:rect l="l" t="t" r="r" b="b"/>
              <a:pathLst>
                <a:path w="5485" h="3526" extrusionOk="0">
                  <a:moveTo>
                    <a:pt x="602" y="3525"/>
                  </a:moveTo>
                  <a:lnTo>
                    <a:pt x="5485" y="3525"/>
                  </a:lnTo>
                  <a:lnTo>
                    <a:pt x="2493" y="1"/>
                  </a:lnTo>
                  <a:lnTo>
                    <a:pt x="0" y="2666"/>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31"/>
            <p:cNvSpPr/>
            <p:nvPr/>
          </p:nvSpPr>
          <p:spPr>
            <a:xfrm>
              <a:off x="3464175" y="3133450"/>
              <a:ext cx="57200" cy="86400"/>
            </a:xfrm>
            <a:custGeom>
              <a:avLst/>
              <a:gdLst/>
              <a:ahLst/>
              <a:cxnLst/>
              <a:rect l="l" t="t" r="r" b="b"/>
              <a:pathLst>
                <a:path w="2288" h="3456" extrusionOk="0">
                  <a:moveTo>
                    <a:pt x="2287" y="3456"/>
                  </a:moveTo>
                  <a:lnTo>
                    <a:pt x="1" y="1702"/>
                  </a:lnTo>
                  <a:lnTo>
                    <a:pt x="80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31"/>
            <p:cNvSpPr/>
            <p:nvPr/>
          </p:nvSpPr>
          <p:spPr>
            <a:xfrm>
              <a:off x="3385100" y="3176000"/>
              <a:ext cx="136275" cy="72225"/>
            </a:xfrm>
            <a:custGeom>
              <a:avLst/>
              <a:gdLst/>
              <a:ahLst/>
              <a:cxnLst/>
              <a:rect l="l" t="t" r="r" b="b"/>
              <a:pathLst>
                <a:path w="5451" h="2889" extrusionOk="0">
                  <a:moveTo>
                    <a:pt x="3164" y="0"/>
                  </a:moveTo>
                  <a:lnTo>
                    <a:pt x="310" y="1754"/>
                  </a:lnTo>
                  <a:lnTo>
                    <a:pt x="0" y="2889"/>
                  </a:lnTo>
                  <a:lnTo>
                    <a:pt x="5450" y="175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31"/>
            <p:cNvSpPr/>
            <p:nvPr/>
          </p:nvSpPr>
          <p:spPr>
            <a:xfrm>
              <a:off x="3344250" y="3133450"/>
              <a:ext cx="140150" cy="70075"/>
            </a:xfrm>
            <a:custGeom>
              <a:avLst/>
              <a:gdLst/>
              <a:ahLst/>
              <a:cxnLst/>
              <a:rect l="l" t="t" r="r" b="b"/>
              <a:pathLst>
                <a:path w="5606" h="2803" extrusionOk="0">
                  <a:moveTo>
                    <a:pt x="1" y="2802"/>
                  </a:moveTo>
                  <a:lnTo>
                    <a:pt x="2270" y="1221"/>
                  </a:lnTo>
                  <a:lnTo>
                    <a:pt x="4798" y="860"/>
                  </a:lnTo>
                  <a:lnTo>
                    <a:pt x="4798" y="1702"/>
                  </a:lnTo>
                  <a:lnTo>
                    <a:pt x="5606" y="0"/>
                  </a:lnTo>
                  <a:lnTo>
                    <a:pt x="2030" y="86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31"/>
            <p:cNvSpPr/>
            <p:nvPr/>
          </p:nvSpPr>
          <p:spPr>
            <a:xfrm>
              <a:off x="3344250" y="3203500"/>
              <a:ext cx="48600" cy="44725"/>
            </a:xfrm>
            <a:custGeom>
              <a:avLst/>
              <a:gdLst/>
              <a:ahLst/>
              <a:cxnLst/>
              <a:rect l="l" t="t" r="r" b="b"/>
              <a:pathLst>
                <a:path w="1944" h="1789" extrusionOk="0">
                  <a:moveTo>
                    <a:pt x="1944" y="654"/>
                  </a:moveTo>
                  <a:lnTo>
                    <a:pt x="1" y="0"/>
                  </a:lnTo>
                  <a:lnTo>
                    <a:pt x="138" y="1393"/>
                  </a:lnTo>
                  <a:lnTo>
                    <a:pt x="1634" y="1789"/>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31"/>
            <p:cNvSpPr/>
            <p:nvPr/>
          </p:nvSpPr>
          <p:spPr>
            <a:xfrm>
              <a:off x="3521350" y="3219825"/>
              <a:ext cx="153475" cy="88150"/>
            </a:xfrm>
            <a:custGeom>
              <a:avLst/>
              <a:gdLst/>
              <a:ahLst/>
              <a:cxnLst/>
              <a:rect l="l" t="t" r="r" b="b"/>
              <a:pathLst>
                <a:path w="6139" h="3526" extrusionOk="0">
                  <a:moveTo>
                    <a:pt x="0" y="1"/>
                  </a:moveTo>
                  <a:lnTo>
                    <a:pt x="6138" y="2494"/>
                  </a:lnTo>
                  <a:lnTo>
                    <a:pt x="2992" y="3525"/>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31"/>
            <p:cNvSpPr/>
            <p:nvPr/>
          </p:nvSpPr>
          <p:spPr>
            <a:xfrm>
              <a:off x="3596125" y="3248200"/>
              <a:ext cx="187000" cy="59775"/>
            </a:xfrm>
            <a:custGeom>
              <a:avLst/>
              <a:gdLst/>
              <a:ahLst/>
              <a:cxnLst/>
              <a:rect l="l" t="t" r="r" b="b"/>
              <a:pathLst>
                <a:path w="7480" h="2391" extrusionOk="0">
                  <a:moveTo>
                    <a:pt x="3147" y="1359"/>
                  </a:moveTo>
                  <a:lnTo>
                    <a:pt x="5073" y="1"/>
                  </a:lnTo>
                  <a:lnTo>
                    <a:pt x="7480" y="2390"/>
                  </a:lnTo>
                  <a:lnTo>
                    <a:pt x="1" y="239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31"/>
            <p:cNvSpPr/>
            <p:nvPr/>
          </p:nvSpPr>
          <p:spPr>
            <a:xfrm>
              <a:off x="3521350" y="3188025"/>
              <a:ext cx="201600" cy="94150"/>
            </a:xfrm>
            <a:custGeom>
              <a:avLst/>
              <a:gdLst/>
              <a:ahLst/>
              <a:cxnLst/>
              <a:rect l="l" t="t" r="r" b="b"/>
              <a:pathLst>
                <a:path w="8064" h="3766" extrusionOk="0">
                  <a:moveTo>
                    <a:pt x="0" y="1273"/>
                  </a:moveTo>
                  <a:lnTo>
                    <a:pt x="5365" y="1"/>
                  </a:lnTo>
                  <a:lnTo>
                    <a:pt x="8064" y="2408"/>
                  </a:lnTo>
                  <a:lnTo>
                    <a:pt x="6138" y="3766"/>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31"/>
            <p:cNvSpPr/>
            <p:nvPr/>
          </p:nvSpPr>
          <p:spPr>
            <a:xfrm>
              <a:off x="3484375" y="3044025"/>
              <a:ext cx="207200" cy="141450"/>
            </a:xfrm>
            <a:custGeom>
              <a:avLst/>
              <a:gdLst/>
              <a:ahLst/>
              <a:cxnLst/>
              <a:rect l="l" t="t" r="r" b="b"/>
              <a:pathLst>
                <a:path w="8288" h="5658" extrusionOk="0">
                  <a:moveTo>
                    <a:pt x="1" y="3577"/>
                  </a:moveTo>
                  <a:lnTo>
                    <a:pt x="1187" y="1136"/>
                  </a:lnTo>
                  <a:lnTo>
                    <a:pt x="1479" y="5314"/>
                  </a:lnTo>
                  <a:lnTo>
                    <a:pt x="4144" y="3715"/>
                  </a:lnTo>
                  <a:lnTo>
                    <a:pt x="4952" y="1823"/>
                  </a:lnTo>
                  <a:lnTo>
                    <a:pt x="8288" y="5657"/>
                  </a:lnTo>
                  <a:lnTo>
                    <a:pt x="5279" y="1325"/>
                  </a:lnTo>
                  <a:lnTo>
                    <a:pt x="77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31"/>
            <p:cNvSpPr/>
            <p:nvPr/>
          </p:nvSpPr>
          <p:spPr>
            <a:xfrm>
              <a:off x="3521350" y="3181150"/>
              <a:ext cx="134125" cy="38700"/>
            </a:xfrm>
            <a:custGeom>
              <a:avLst/>
              <a:gdLst/>
              <a:ahLst/>
              <a:cxnLst/>
              <a:rect l="l" t="t" r="r" b="b"/>
              <a:pathLst>
                <a:path w="5365" h="1548" extrusionOk="0">
                  <a:moveTo>
                    <a:pt x="0" y="1548"/>
                  </a:moveTo>
                  <a:lnTo>
                    <a:pt x="1943" y="0"/>
                  </a:lnTo>
                  <a:lnTo>
                    <a:pt x="5365" y="276"/>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31"/>
            <p:cNvSpPr/>
            <p:nvPr/>
          </p:nvSpPr>
          <p:spPr>
            <a:xfrm>
              <a:off x="3655450" y="3188025"/>
              <a:ext cx="92450" cy="60200"/>
            </a:xfrm>
            <a:custGeom>
              <a:avLst/>
              <a:gdLst/>
              <a:ahLst/>
              <a:cxnLst/>
              <a:rect l="l" t="t" r="r" b="b"/>
              <a:pathLst>
                <a:path w="3698" h="2408" extrusionOk="0">
                  <a:moveTo>
                    <a:pt x="1" y="1"/>
                  </a:moveTo>
                  <a:lnTo>
                    <a:pt x="3697" y="1462"/>
                  </a:lnTo>
                  <a:lnTo>
                    <a:pt x="2700" y="2408"/>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31"/>
            <p:cNvSpPr/>
            <p:nvPr/>
          </p:nvSpPr>
          <p:spPr>
            <a:xfrm>
              <a:off x="3722925" y="3224550"/>
              <a:ext cx="128550" cy="83425"/>
            </a:xfrm>
            <a:custGeom>
              <a:avLst/>
              <a:gdLst/>
              <a:ahLst/>
              <a:cxnLst/>
              <a:rect l="l" t="t" r="r" b="b"/>
              <a:pathLst>
                <a:path w="5142" h="3337" extrusionOk="0">
                  <a:moveTo>
                    <a:pt x="998" y="1"/>
                  </a:moveTo>
                  <a:lnTo>
                    <a:pt x="5142" y="947"/>
                  </a:lnTo>
                  <a:lnTo>
                    <a:pt x="2408" y="3336"/>
                  </a:lnTo>
                  <a:lnTo>
                    <a:pt x="1" y="947"/>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31"/>
            <p:cNvSpPr/>
            <p:nvPr/>
          </p:nvSpPr>
          <p:spPr>
            <a:xfrm>
              <a:off x="3783100" y="3248200"/>
              <a:ext cx="180125" cy="59775"/>
            </a:xfrm>
            <a:custGeom>
              <a:avLst/>
              <a:gdLst/>
              <a:ahLst/>
              <a:cxnLst/>
              <a:rect l="l" t="t" r="r" b="b"/>
              <a:pathLst>
                <a:path w="7205" h="2391" extrusionOk="0">
                  <a:moveTo>
                    <a:pt x="2735" y="1"/>
                  </a:moveTo>
                  <a:lnTo>
                    <a:pt x="7205" y="1857"/>
                  </a:lnTo>
                  <a:lnTo>
                    <a:pt x="7205" y="2390"/>
                  </a:lnTo>
                  <a:lnTo>
                    <a:pt x="1" y="2390"/>
                  </a:lnTo>
                  <a:close/>
                </a:path>
              </a:pathLst>
            </a:custGeom>
            <a:solidFill>
              <a:srgbClr val="45AB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31"/>
            <p:cNvSpPr/>
            <p:nvPr/>
          </p:nvSpPr>
          <p:spPr>
            <a:xfrm>
              <a:off x="3747875" y="3213375"/>
              <a:ext cx="215350" cy="81275"/>
            </a:xfrm>
            <a:custGeom>
              <a:avLst/>
              <a:gdLst/>
              <a:ahLst/>
              <a:cxnLst/>
              <a:rect l="l" t="t" r="r" b="b"/>
              <a:pathLst>
                <a:path w="8614" h="3251" extrusionOk="0">
                  <a:moveTo>
                    <a:pt x="0" y="448"/>
                  </a:moveTo>
                  <a:lnTo>
                    <a:pt x="3679" y="362"/>
                  </a:lnTo>
                  <a:lnTo>
                    <a:pt x="8614" y="3250"/>
                  </a:lnTo>
                  <a:lnTo>
                    <a:pt x="6104" y="706"/>
                  </a:lnTo>
                  <a:lnTo>
                    <a:pt x="39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31"/>
            <p:cNvSpPr/>
            <p:nvPr/>
          </p:nvSpPr>
          <p:spPr>
            <a:xfrm>
              <a:off x="3963200" y="3294625"/>
              <a:ext cx="113075" cy="13350"/>
            </a:xfrm>
            <a:custGeom>
              <a:avLst/>
              <a:gdLst/>
              <a:ahLst/>
              <a:cxnLst/>
              <a:rect l="l" t="t" r="r" b="b"/>
              <a:pathLst>
                <a:path w="4523" h="534" extrusionOk="0">
                  <a:moveTo>
                    <a:pt x="1" y="0"/>
                  </a:moveTo>
                  <a:lnTo>
                    <a:pt x="4523" y="533"/>
                  </a:lnTo>
                  <a:lnTo>
                    <a:pt x="1" y="533"/>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31"/>
            <p:cNvSpPr/>
            <p:nvPr/>
          </p:nvSpPr>
          <p:spPr>
            <a:xfrm>
              <a:off x="3963200" y="3276575"/>
              <a:ext cx="89450" cy="18075"/>
            </a:xfrm>
            <a:custGeom>
              <a:avLst/>
              <a:gdLst/>
              <a:ahLst/>
              <a:cxnLst/>
              <a:rect l="l" t="t" r="r" b="b"/>
              <a:pathLst>
                <a:path w="3578" h="723" extrusionOk="0">
                  <a:moveTo>
                    <a:pt x="1" y="722"/>
                  </a:moveTo>
                  <a:lnTo>
                    <a:pt x="2030" y="327"/>
                  </a:lnTo>
                  <a:lnTo>
                    <a:pt x="3577" y="585"/>
                  </a:lnTo>
                  <a:lnTo>
                    <a:pt x="213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31"/>
            <p:cNvSpPr/>
            <p:nvPr/>
          </p:nvSpPr>
          <p:spPr>
            <a:xfrm>
              <a:off x="3132775" y="3259375"/>
              <a:ext cx="79975" cy="28825"/>
            </a:xfrm>
            <a:custGeom>
              <a:avLst/>
              <a:gdLst/>
              <a:ahLst/>
              <a:cxnLst/>
              <a:rect l="l" t="t" r="r" b="b"/>
              <a:pathLst>
                <a:path w="3199" h="1153" extrusionOk="0">
                  <a:moveTo>
                    <a:pt x="1187" y="1"/>
                  </a:moveTo>
                  <a:lnTo>
                    <a:pt x="1" y="1153"/>
                  </a:lnTo>
                  <a:lnTo>
                    <a:pt x="1961" y="413"/>
                  </a:lnTo>
                  <a:lnTo>
                    <a:pt x="3199" y="585"/>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2">
  <p:cSld name="TITLE_ONLY_1_1">
    <p:spTree>
      <p:nvGrpSpPr>
        <p:cNvPr id="1" name="Shape 1135"/>
        <p:cNvGrpSpPr/>
        <p:nvPr/>
      </p:nvGrpSpPr>
      <p:grpSpPr>
        <a:xfrm>
          <a:off x="0" y="0"/>
          <a:ext cx="0" cy="0"/>
          <a:chOff x="0" y="0"/>
          <a:chExt cx="0" cy="0"/>
        </a:xfrm>
      </p:grpSpPr>
      <p:sp>
        <p:nvSpPr>
          <p:cNvPr id="1136" name="Google Shape;1136;p3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137" name="Google Shape;1137;p32"/>
          <p:cNvSpPr/>
          <p:nvPr/>
        </p:nvSpPr>
        <p:spPr>
          <a:xfrm>
            <a:off x="0" y="4570900"/>
            <a:ext cx="9144000" cy="5727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38" name="Google Shape;1138;p32"/>
          <p:cNvGrpSpPr/>
          <p:nvPr/>
        </p:nvGrpSpPr>
        <p:grpSpPr>
          <a:xfrm flipH="1">
            <a:off x="8424012" y="3511769"/>
            <a:ext cx="1037587" cy="2103640"/>
            <a:chOff x="1463325" y="2079500"/>
            <a:chExt cx="516675" cy="1047525"/>
          </a:xfrm>
        </p:grpSpPr>
        <p:sp>
          <p:nvSpPr>
            <p:cNvPr id="1139" name="Google Shape;1139;p32"/>
            <p:cNvSpPr/>
            <p:nvPr/>
          </p:nvSpPr>
          <p:spPr>
            <a:xfrm>
              <a:off x="1463325" y="2079500"/>
              <a:ext cx="516675" cy="523975"/>
            </a:xfrm>
            <a:custGeom>
              <a:avLst/>
              <a:gdLst/>
              <a:ahLst/>
              <a:cxnLst/>
              <a:rect l="l" t="t" r="r" b="b"/>
              <a:pathLst>
                <a:path w="20667" h="20959" extrusionOk="0">
                  <a:moveTo>
                    <a:pt x="14013" y="20959"/>
                  </a:moveTo>
                  <a:lnTo>
                    <a:pt x="1" y="20959"/>
                  </a:lnTo>
                  <a:lnTo>
                    <a:pt x="1514" y="19446"/>
                  </a:lnTo>
                  <a:lnTo>
                    <a:pt x="3439" y="18277"/>
                  </a:lnTo>
                  <a:lnTo>
                    <a:pt x="2511" y="11142"/>
                  </a:lnTo>
                  <a:lnTo>
                    <a:pt x="4729" y="6998"/>
                  </a:lnTo>
                  <a:lnTo>
                    <a:pt x="7996" y="7290"/>
                  </a:lnTo>
                  <a:lnTo>
                    <a:pt x="9285" y="2046"/>
                  </a:lnTo>
                  <a:lnTo>
                    <a:pt x="11916" y="0"/>
                  </a:lnTo>
                  <a:lnTo>
                    <a:pt x="14993" y="1703"/>
                  </a:lnTo>
                  <a:lnTo>
                    <a:pt x="15285" y="10849"/>
                  </a:lnTo>
                  <a:lnTo>
                    <a:pt x="16816" y="13016"/>
                  </a:lnTo>
                  <a:lnTo>
                    <a:pt x="17211" y="18672"/>
                  </a:lnTo>
                  <a:lnTo>
                    <a:pt x="19910" y="19446"/>
                  </a:lnTo>
                  <a:lnTo>
                    <a:pt x="20667" y="20959"/>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32"/>
            <p:cNvSpPr/>
            <p:nvPr/>
          </p:nvSpPr>
          <p:spPr>
            <a:xfrm>
              <a:off x="1526075" y="2358025"/>
              <a:ext cx="101475" cy="245450"/>
            </a:xfrm>
            <a:custGeom>
              <a:avLst/>
              <a:gdLst/>
              <a:ahLst/>
              <a:cxnLst/>
              <a:rect l="l" t="t" r="r" b="b"/>
              <a:pathLst>
                <a:path w="4059" h="9818" extrusionOk="0">
                  <a:moveTo>
                    <a:pt x="1" y="1"/>
                  </a:moveTo>
                  <a:lnTo>
                    <a:pt x="3611" y="3714"/>
                  </a:lnTo>
                  <a:lnTo>
                    <a:pt x="4058" y="9818"/>
                  </a:lnTo>
                  <a:lnTo>
                    <a:pt x="929" y="7136"/>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32"/>
            <p:cNvSpPr/>
            <p:nvPr/>
          </p:nvSpPr>
          <p:spPr>
            <a:xfrm>
              <a:off x="1501150" y="2536400"/>
              <a:ext cx="126400" cy="67075"/>
            </a:xfrm>
            <a:custGeom>
              <a:avLst/>
              <a:gdLst/>
              <a:ahLst/>
              <a:cxnLst/>
              <a:rect l="l" t="t" r="r" b="b"/>
              <a:pathLst>
                <a:path w="5056" h="2683" extrusionOk="0">
                  <a:moveTo>
                    <a:pt x="1" y="1170"/>
                  </a:moveTo>
                  <a:lnTo>
                    <a:pt x="5055" y="2683"/>
                  </a:lnTo>
                  <a:lnTo>
                    <a:pt x="192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32"/>
            <p:cNvSpPr/>
            <p:nvPr/>
          </p:nvSpPr>
          <p:spPr>
            <a:xfrm>
              <a:off x="1627525" y="2529100"/>
              <a:ext cx="241575" cy="74375"/>
            </a:xfrm>
            <a:custGeom>
              <a:avLst/>
              <a:gdLst/>
              <a:ahLst/>
              <a:cxnLst/>
              <a:rect l="l" t="t" r="r" b="b"/>
              <a:pathLst>
                <a:path w="9663" h="2975" extrusionOk="0">
                  <a:moveTo>
                    <a:pt x="0" y="2975"/>
                  </a:moveTo>
                  <a:lnTo>
                    <a:pt x="5434" y="0"/>
                  </a:lnTo>
                  <a:lnTo>
                    <a:pt x="9405" y="1943"/>
                  </a:lnTo>
                  <a:lnTo>
                    <a:pt x="9663" y="2975"/>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32"/>
            <p:cNvSpPr/>
            <p:nvPr/>
          </p:nvSpPr>
          <p:spPr>
            <a:xfrm>
              <a:off x="1616350" y="2450875"/>
              <a:ext cx="147025" cy="152600"/>
            </a:xfrm>
            <a:custGeom>
              <a:avLst/>
              <a:gdLst/>
              <a:ahLst/>
              <a:cxnLst/>
              <a:rect l="l" t="t" r="r" b="b"/>
              <a:pathLst>
                <a:path w="5881" h="6104" extrusionOk="0">
                  <a:moveTo>
                    <a:pt x="5881" y="3129"/>
                  </a:moveTo>
                  <a:lnTo>
                    <a:pt x="4883" y="207"/>
                  </a:lnTo>
                  <a:lnTo>
                    <a:pt x="0" y="0"/>
                  </a:lnTo>
                  <a:lnTo>
                    <a:pt x="447" y="610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32"/>
            <p:cNvSpPr/>
            <p:nvPr/>
          </p:nvSpPr>
          <p:spPr>
            <a:xfrm>
              <a:off x="1663200" y="2130650"/>
              <a:ext cx="32250" cy="247175"/>
            </a:xfrm>
            <a:custGeom>
              <a:avLst/>
              <a:gdLst/>
              <a:ahLst/>
              <a:cxnLst/>
              <a:rect l="l" t="t" r="r" b="b"/>
              <a:pathLst>
                <a:path w="1290" h="9887" extrusionOk="0">
                  <a:moveTo>
                    <a:pt x="1" y="5244"/>
                  </a:moveTo>
                  <a:cubicBezTo>
                    <a:pt x="1" y="5244"/>
                    <a:pt x="1290" y="9886"/>
                    <a:pt x="1256" y="9783"/>
                  </a:cubicBezTo>
                  <a:cubicBezTo>
                    <a:pt x="1221" y="9663"/>
                    <a:pt x="1290" y="0"/>
                    <a:pt x="1290" y="0"/>
                  </a:cubicBezTo>
                  <a:lnTo>
                    <a:pt x="1" y="5244"/>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32"/>
            <p:cNvSpPr/>
            <p:nvPr/>
          </p:nvSpPr>
          <p:spPr>
            <a:xfrm>
              <a:off x="1761200" y="2079500"/>
              <a:ext cx="84275" cy="271250"/>
            </a:xfrm>
            <a:custGeom>
              <a:avLst/>
              <a:gdLst/>
              <a:ahLst/>
              <a:cxnLst/>
              <a:rect l="l" t="t" r="r" b="b"/>
              <a:pathLst>
                <a:path w="3371" h="10850" extrusionOk="0">
                  <a:moveTo>
                    <a:pt x="1" y="0"/>
                  </a:moveTo>
                  <a:lnTo>
                    <a:pt x="87" y="8442"/>
                  </a:lnTo>
                  <a:lnTo>
                    <a:pt x="1032" y="568"/>
                  </a:lnTo>
                  <a:lnTo>
                    <a:pt x="1926" y="1066"/>
                  </a:lnTo>
                  <a:lnTo>
                    <a:pt x="3370" y="10849"/>
                  </a:lnTo>
                  <a:lnTo>
                    <a:pt x="3078" y="1703"/>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32"/>
            <p:cNvSpPr/>
            <p:nvPr/>
          </p:nvSpPr>
          <p:spPr>
            <a:xfrm>
              <a:off x="1526075" y="2254450"/>
              <a:ext cx="90300" cy="196450"/>
            </a:xfrm>
            <a:custGeom>
              <a:avLst/>
              <a:gdLst/>
              <a:ahLst/>
              <a:cxnLst/>
              <a:rect l="l" t="t" r="r" b="b"/>
              <a:pathLst>
                <a:path w="3612" h="7858" extrusionOk="0">
                  <a:moveTo>
                    <a:pt x="2219" y="0"/>
                  </a:moveTo>
                  <a:lnTo>
                    <a:pt x="3611" y="7857"/>
                  </a:lnTo>
                  <a:lnTo>
                    <a:pt x="1" y="4144"/>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32"/>
            <p:cNvSpPr/>
            <p:nvPr/>
          </p:nvSpPr>
          <p:spPr>
            <a:xfrm>
              <a:off x="1738425" y="2290550"/>
              <a:ext cx="107050" cy="165500"/>
            </a:xfrm>
            <a:custGeom>
              <a:avLst/>
              <a:gdLst/>
              <a:ahLst/>
              <a:cxnLst/>
              <a:rect l="l" t="t" r="r" b="b"/>
              <a:pathLst>
                <a:path w="4282" h="6620" extrusionOk="0">
                  <a:moveTo>
                    <a:pt x="0" y="6620"/>
                  </a:moveTo>
                  <a:lnTo>
                    <a:pt x="998" y="0"/>
                  </a:lnTo>
                  <a:lnTo>
                    <a:pt x="4281" y="2407"/>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2"/>
            <p:cNvSpPr/>
            <p:nvPr/>
          </p:nvSpPr>
          <p:spPr>
            <a:xfrm>
              <a:off x="1738425" y="2350725"/>
              <a:ext cx="145300" cy="178400"/>
            </a:xfrm>
            <a:custGeom>
              <a:avLst/>
              <a:gdLst/>
              <a:ahLst/>
              <a:cxnLst/>
              <a:rect l="l" t="t" r="r" b="b"/>
              <a:pathLst>
                <a:path w="5812" h="7136" extrusionOk="0">
                  <a:moveTo>
                    <a:pt x="998" y="7135"/>
                  </a:moveTo>
                  <a:lnTo>
                    <a:pt x="5812" y="2167"/>
                  </a:lnTo>
                  <a:lnTo>
                    <a:pt x="4281" y="0"/>
                  </a:lnTo>
                  <a:lnTo>
                    <a:pt x="0" y="4213"/>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32"/>
            <p:cNvSpPr/>
            <p:nvPr/>
          </p:nvSpPr>
          <p:spPr>
            <a:xfrm>
              <a:off x="1832125" y="2404875"/>
              <a:ext cx="61500" cy="172825"/>
            </a:xfrm>
            <a:custGeom>
              <a:avLst/>
              <a:gdLst/>
              <a:ahLst/>
              <a:cxnLst/>
              <a:rect l="l" t="t" r="r" b="b"/>
              <a:pathLst>
                <a:path w="2460" h="6913" extrusionOk="0">
                  <a:moveTo>
                    <a:pt x="1221" y="6912"/>
                  </a:moveTo>
                  <a:lnTo>
                    <a:pt x="2459" y="5657"/>
                  </a:lnTo>
                  <a:lnTo>
                    <a:pt x="2064" y="1"/>
                  </a:lnTo>
                  <a:lnTo>
                    <a:pt x="0" y="6328"/>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32"/>
            <p:cNvSpPr/>
            <p:nvPr/>
          </p:nvSpPr>
          <p:spPr>
            <a:xfrm>
              <a:off x="1763350" y="2404875"/>
              <a:ext cx="120375" cy="158200"/>
            </a:xfrm>
            <a:custGeom>
              <a:avLst/>
              <a:gdLst/>
              <a:ahLst/>
              <a:cxnLst/>
              <a:rect l="l" t="t" r="r" b="b"/>
              <a:pathLst>
                <a:path w="4815" h="6328" extrusionOk="0">
                  <a:moveTo>
                    <a:pt x="2751" y="6328"/>
                  </a:moveTo>
                  <a:lnTo>
                    <a:pt x="1" y="4969"/>
                  </a:lnTo>
                  <a:lnTo>
                    <a:pt x="481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32"/>
            <p:cNvSpPr/>
            <p:nvPr/>
          </p:nvSpPr>
          <p:spPr>
            <a:xfrm>
              <a:off x="1862650" y="2546300"/>
              <a:ext cx="98450" cy="31400"/>
            </a:xfrm>
            <a:custGeom>
              <a:avLst/>
              <a:gdLst/>
              <a:ahLst/>
              <a:cxnLst/>
              <a:rect l="l" t="t" r="r" b="b"/>
              <a:pathLst>
                <a:path w="3938" h="1256" extrusionOk="0">
                  <a:moveTo>
                    <a:pt x="0" y="1255"/>
                  </a:moveTo>
                  <a:lnTo>
                    <a:pt x="3937" y="774"/>
                  </a:lnTo>
                  <a:lnTo>
                    <a:pt x="123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32"/>
            <p:cNvSpPr/>
            <p:nvPr/>
          </p:nvSpPr>
          <p:spPr>
            <a:xfrm>
              <a:off x="1616350" y="2416050"/>
              <a:ext cx="122100" cy="40000"/>
            </a:xfrm>
            <a:custGeom>
              <a:avLst/>
              <a:gdLst/>
              <a:ahLst/>
              <a:cxnLst/>
              <a:rect l="l" t="t" r="r" b="b"/>
              <a:pathLst>
                <a:path w="4884" h="1600" extrusionOk="0">
                  <a:moveTo>
                    <a:pt x="0" y="1393"/>
                  </a:moveTo>
                  <a:lnTo>
                    <a:pt x="2511" y="1"/>
                  </a:lnTo>
                  <a:lnTo>
                    <a:pt x="4883" y="160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32"/>
            <p:cNvSpPr/>
            <p:nvPr/>
          </p:nvSpPr>
          <p:spPr>
            <a:xfrm>
              <a:off x="1463325" y="2603450"/>
              <a:ext cx="516675" cy="523575"/>
            </a:xfrm>
            <a:custGeom>
              <a:avLst/>
              <a:gdLst/>
              <a:ahLst/>
              <a:cxnLst/>
              <a:rect l="l" t="t" r="r" b="b"/>
              <a:pathLst>
                <a:path w="20667" h="20943" extrusionOk="0">
                  <a:moveTo>
                    <a:pt x="757" y="1514"/>
                  </a:moveTo>
                  <a:lnTo>
                    <a:pt x="3439" y="2270"/>
                  </a:lnTo>
                  <a:lnTo>
                    <a:pt x="3852" y="7927"/>
                  </a:lnTo>
                  <a:lnTo>
                    <a:pt x="5365" y="10093"/>
                  </a:lnTo>
                  <a:lnTo>
                    <a:pt x="5657" y="19257"/>
                  </a:lnTo>
                  <a:lnTo>
                    <a:pt x="6826" y="19893"/>
                  </a:lnTo>
                  <a:lnTo>
                    <a:pt x="6826" y="19893"/>
                  </a:lnTo>
                  <a:lnTo>
                    <a:pt x="7720" y="20375"/>
                  </a:lnTo>
                  <a:lnTo>
                    <a:pt x="7720" y="20375"/>
                  </a:lnTo>
                  <a:lnTo>
                    <a:pt x="8752" y="20942"/>
                  </a:lnTo>
                  <a:lnTo>
                    <a:pt x="11383" y="18913"/>
                  </a:lnTo>
                  <a:lnTo>
                    <a:pt x="12672" y="13652"/>
                  </a:lnTo>
                  <a:lnTo>
                    <a:pt x="15939" y="13944"/>
                  </a:lnTo>
                  <a:lnTo>
                    <a:pt x="18157" y="9801"/>
                  </a:lnTo>
                  <a:lnTo>
                    <a:pt x="17211" y="2683"/>
                  </a:lnTo>
                  <a:lnTo>
                    <a:pt x="19154" y="1514"/>
                  </a:lnTo>
                  <a:lnTo>
                    <a:pt x="20667" y="1"/>
                  </a:lnTo>
                  <a:lnTo>
                    <a:pt x="14099" y="1"/>
                  </a:lnTo>
                  <a:lnTo>
                    <a:pt x="6654" y="1"/>
                  </a:lnTo>
                  <a:lnTo>
                    <a:pt x="4437" y="1"/>
                  </a:lnTo>
                  <a:lnTo>
                    <a:pt x="1" y="1"/>
                  </a:lnTo>
                  <a:close/>
                </a:path>
              </a:pathLst>
            </a:custGeom>
            <a:solidFill>
              <a:srgbClr val="36A3D2">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4" name="Google Shape;1154;p32"/>
          <p:cNvGrpSpPr/>
          <p:nvPr/>
        </p:nvGrpSpPr>
        <p:grpSpPr>
          <a:xfrm flipH="1">
            <a:off x="-2316164" y="2784639"/>
            <a:ext cx="2959976" cy="3546134"/>
            <a:chOff x="6260362" y="1343303"/>
            <a:chExt cx="3262760" cy="3908878"/>
          </a:xfrm>
        </p:grpSpPr>
        <p:sp>
          <p:nvSpPr>
            <p:cNvPr id="1155" name="Google Shape;1155;p32"/>
            <p:cNvSpPr/>
            <p:nvPr/>
          </p:nvSpPr>
          <p:spPr>
            <a:xfrm>
              <a:off x="6260362" y="3282812"/>
              <a:ext cx="3262760" cy="1969369"/>
            </a:xfrm>
            <a:custGeom>
              <a:avLst/>
              <a:gdLst/>
              <a:ahLst/>
              <a:cxnLst/>
              <a:rect l="l" t="t" r="r" b="b"/>
              <a:pathLst>
                <a:path w="45236" h="27304" extrusionOk="0">
                  <a:moveTo>
                    <a:pt x="29143" y="1"/>
                  </a:moveTo>
                  <a:lnTo>
                    <a:pt x="29109" y="121"/>
                  </a:lnTo>
                  <a:lnTo>
                    <a:pt x="8099" y="121"/>
                  </a:lnTo>
                  <a:cubicBezTo>
                    <a:pt x="7824" y="138"/>
                    <a:pt x="7291" y="172"/>
                    <a:pt x="7291" y="172"/>
                  </a:cubicBezTo>
                  <a:lnTo>
                    <a:pt x="654" y="172"/>
                  </a:lnTo>
                  <a:lnTo>
                    <a:pt x="1" y="138"/>
                  </a:lnTo>
                  <a:lnTo>
                    <a:pt x="620" y="2855"/>
                  </a:lnTo>
                  <a:lnTo>
                    <a:pt x="620" y="2837"/>
                  </a:lnTo>
                  <a:lnTo>
                    <a:pt x="1049" y="3078"/>
                  </a:lnTo>
                  <a:lnTo>
                    <a:pt x="3714" y="4471"/>
                  </a:lnTo>
                  <a:lnTo>
                    <a:pt x="4265" y="9130"/>
                  </a:lnTo>
                  <a:lnTo>
                    <a:pt x="4265" y="9147"/>
                  </a:lnTo>
                  <a:cubicBezTo>
                    <a:pt x="4282" y="9199"/>
                    <a:pt x="4299" y="9268"/>
                    <a:pt x="4316" y="9302"/>
                  </a:cubicBezTo>
                  <a:lnTo>
                    <a:pt x="4282" y="9182"/>
                  </a:lnTo>
                  <a:lnTo>
                    <a:pt x="5778" y="12397"/>
                  </a:lnTo>
                  <a:lnTo>
                    <a:pt x="5778" y="17967"/>
                  </a:lnTo>
                  <a:cubicBezTo>
                    <a:pt x="5778" y="17967"/>
                    <a:pt x="5778" y="17985"/>
                    <a:pt x="5795" y="18002"/>
                  </a:cubicBezTo>
                  <a:cubicBezTo>
                    <a:pt x="6035" y="18260"/>
                    <a:pt x="8219" y="19360"/>
                    <a:pt x="8632" y="19566"/>
                  </a:cubicBezTo>
                  <a:lnTo>
                    <a:pt x="8666" y="19601"/>
                  </a:lnTo>
                  <a:lnTo>
                    <a:pt x="8700" y="19601"/>
                  </a:lnTo>
                  <a:lnTo>
                    <a:pt x="8718" y="19704"/>
                  </a:lnTo>
                  <a:lnTo>
                    <a:pt x="8752" y="19807"/>
                  </a:lnTo>
                  <a:lnTo>
                    <a:pt x="8786" y="19876"/>
                  </a:lnTo>
                  <a:lnTo>
                    <a:pt x="8821" y="20013"/>
                  </a:lnTo>
                  <a:lnTo>
                    <a:pt x="8872" y="20168"/>
                  </a:lnTo>
                  <a:cubicBezTo>
                    <a:pt x="8941" y="20374"/>
                    <a:pt x="9010" y="20564"/>
                    <a:pt x="9044" y="20615"/>
                  </a:cubicBezTo>
                  <a:lnTo>
                    <a:pt x="9044" y="20649"/>
                  </a:lnTo>
                  <a:lnTo>
                    <a:pt x="10454" y="21182"/>
                  </a:lnTo>
                  <a:lnTo>
                    <a:pt x="11193" y="21475"/>
                  </a:lnTo>
                  <a:lnTo>
                    <a:pt x="11572" y="22334"/>
                  </a:lnTo>
                  <a:lnTo>
                    <a:pt x="13463" y="23486"/>
                  </a:lnTo>
                  <a:lnTo>
                    <a:pt x="13772" y="23418"/>
                  </a:lnTo>
                  <a:lnTo>
                    <a:pt x="15148" y="23108"/>
                  </a:lnTo>
                  <a:lnTo>
                    <a:pt x="15337" y="23847"/>
                  </a:lnTo>
                  <a:lnTo>
                    <a:pt x="15337" y="23865"/>
                  </a:lnTo>
                  <a:lnTo>
                    <a:pt x="15337" y="23882"/>
                  </a:lnTo>
                  <a:cubicBezTo>
                    <a:pt x="15354" y="23968"/>
                    <a:pt x="15371" y="24054"/>
                    <a:pt x="15388" y="24140"/>
                  </a:cubicBezTo>
                  <a:cubicBezTo>
                    <a:pt x="15406" y="24174"/>
                    <a:pt x="15406" y="24191"/>
                    <a:pt x="15423" y="24208"/>
                  </a:cubicBezTo>
                  <a:cubicBezTo>
                    <a:pt x="15423" y="24226"/>
                    <a:pt x="15423" y="24243"/>
                    <a:pt x="15440" y="24260"/>
                  </a:cubicBezTo>
                  <a:cubicBezTo>
                    <a:pt x="15440" y="24312"/>
                    <a:pt x="15457" y="24346"/>
                    <a:pt x="15474" y="24380"/>
                  </a:cubicBezTo>
                  <a:lnTo>
                    <a:pt x="15526" y="24552"/>
                  </a:lnTo>
                  <a:lnTo>
                    <a:pt x="17555" y="24982"/>
                  </a:lnTo>
                  <a:lnTo>
                    <a:pt x="17641" y="24999"/>
                  </a:lnTo>
                  <a:lnTo>
                    <a:pt x="17658" y="24999"/>
                  </a:lnTo>
                  <a:lnTo>
                    <a:pt x="19773" y="25481"/>
                  </a:lnTo>
                  <a:lnTo>
                    <a:pt x="23624" y="26650"/>
                  </a:lnTo>
                  <a:lnTo>
                    <a:pt x="25309" y="27149"/>
                  </a:lnTo>
                  <a:lnTo>
                    <a:pt x="25825" y="27303"/>
                  </a:lnTo>
                  <a:lnTo>
                    <a:pt x="26478" y="26753"/>
                  </a:lnTo>
                  <a:lnTo>
                    <a:pt x="27406" y="26839"/>
                  </a:lnTo>
                  <a:lnTo>
                    <a:pt x="28644" y="25773"/>
                  </a:lnTo>
                  <a:lnTo>
                    <a:pt x="30295" y="25997"/>
                  </a:lnTo>
                  <a:lnTo>
                    <a:pt x="30346" y="25928"/>
                  </a:lnTo>
                  <a:lnTo>
                    <a:pt x="30432" y="25825"/>
                  </a:lnTo>
                  <a:lnTo>
                    <a:pt x="30518" y="25739"/>
                  </a:lnTo>
                  <a:lnTo>
                    <a:pt x="31945" y="24140"/>
                  </a:lnTo>
                  <a:lnTo>
                    <a:pt x="32031" y="24037"/>
                  </a:lnTo>
                  <a:lnTo>
                    <a:pt x="32135" y="23916"/>
                  </a:lnTo>
                  <a:lnTo>
                    <a:pt x="32324" y="23710"/>
                  </a:lnTo>
                  <a:lnTo>
                    <a:pt x="32530" y="23486"/>
                  </a:lnTo>
                  <a:lnTo>
                    <a:pt x="32530" y="23469"/>
                  </a:lnTo>
                  <a:lnTo>
                    <a:pt x="34301" y="23108"/>
                  </a:lnTo>
                  <a:lnTo>
                    <a:pt x="34765" y="21612"/>
                  </a:lnTo>
                  <a:lnTo>
                    <a:pt x="35453" y="18999"/>
                  </a:lnTo>
                  <a:lnTo>
                    <a:pt x="35453" y="18965"/>
                  </a:lnTo>
                  <a:lnTo>
                    <a:pt x="35780" y="17795"/>
                  </a:lnTo>
                  <a:lnTo>
                    <a:pt x="37378" y="12053"/>
                  </a:lnTo>
                  <a:lnTo>
                    <a:pt x="38410" y="9715"/>
                  </a:lnTo>
                  <a:lnTo>
                    <a:pt x="41642" y="7015"/>
                  </a:lnTo>
                  <a:lnTo>
                    <a:pt x="42605" y="6207"/>
                  </a:lnTo>
                  <a:lnTo>
                    <a:pt x="44221" y="3783"/>
                  </a:lnTo>
                  <a:lnTo>
                    <a:pt x="44221" y="3766"/>
                  </a:lnTo>
                  <a:lnTo>
                    <a:pt x="44359" y="3198"/>
                  </a:lnTo>
                  <a:lnTo>
                    <a:pt x="45184" y="121"/>
                  </a:lnTo>
                  <a:lnTo>
                    <a:pt x="45236" y="121"/>
                  </a:lnTo>
                  <a:lnTo>
                    <a:pt x="45184" y="104"/>
                  </a:lnTo>
                  <a:lnTo>
                    <a:pt x="44943" y="104"/>
                  </a:lnTo>
                  <a:cubicBezTo>
                    <a:pt x="44857" y="104"/>
                    <a:pt x="44789" y="121"/>
                    <a:pt x="44720" y="121"/>
                  </a:cubicBezTo>
                  <a:lnTo>
                    <a:pt x="42003" y="121"/>
                  </a:lnTo>
                  <a:lnTo>
                    <a:pt x="41299" y="104"/>
                  </a:lnTo>
                  <a:lnTo>
                    <a:pt x="40439" y="104"/>
                  </a:lnTo>
                  <a:cubicBezTo>
                    <a:pt x="40404" y="104"/>
                    <a:pt x="40353" y="86"/>
                    <a:pt x="40318" y="86"/>
                  </a:cubicBezTo>
                  <a:lnTo>
                    <a:pt x="38771" y="86"/>
                  </a:lnTo>
                  <a:cubicBezTo>
                    <a:pt x="38651" y="69"/>
                    <a:pt x="38548" y="69"/>
                    <a:pt x="38444" y="69"/>
                  </a:cubicBezTo>
                  <a:lnTo>
                    <a:pt x="37293" y="69"/>
                  </a:lnTo>
                  <a:cubicBezTo>
                    <a:pt x="37000" y="69"/>
                    <a:pt x="36845" y="52"/>
                    <a:pt x="36845" y="52"/>
                  </a:cubicBezTo>
                  <a:cubicBezTo>
                    <a:pt x="36845" y="52"/>
                    <a:pt x="36622" y="69"/>
                    <a:pt x="36295" y="69"/>
                  </a:cubicBezTo>
                  <a:lnTo>
                    <a:pt x="33510" y="69"/>
                  </a:lnTo>
                  <a:lnTo>
                    <a:pt x="31739" y="86"/>
                  </a:lnTo>
                  <a:lnTo>
                    <a:pt x="30931" y="86"/>
                  </a:lnTo>
                  <a:cubicBezTo>
                    <a:pt x="30897" y="69"/>
                    <a:pt x="30862" y="69"/>
                    <a:pt x="30811" y="69"/>
                  </a:cubicBezTo>
                  <a:lnTo>
                    <a:pt x="30690" y="69"/>
                  </a:lnTo>
                  <a:cubicBezTo>
                    <a:pt x="30536" y="52"/>
                    <a:pt x="30346" y="52"/>
                    <a:pt x="30140" y="52"/>
                  </a:cubicBezTo>
                  <a:cubicBezTo>
                    <a:pt x="29848" y="35"/>
                    <a:pt x="29504" y="18"/>
                    <a:pt x="29143" y="1"/>
                  </a:cubicBezTo>
                  <a:close/>
                </a:path>
              </a:pathLst>
            </a:custGeom>
            <a:solidFill>
              <a:srgbClr val="36A3D2">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32"/>
            <p:cNvSpPr/>
            <p:nvPr/>
          </p:nvSpPr>
          <p:spPr>
            <a:xfrm>
              <a:off x="6260362" y="3044719"/>
              <a:ext cx="3261533" cy="269180"/>
            </a:xfrm>
            <a:custGeom>
              <a:avLst/>
              <a:gdLst/>
              <a:ahLst/>
              <a:cxnLst/>
              <a:rect l="l" t="t" r="r" b="b"/>
              <a:pathLst>
                <a:path w="45219" h="3732" extrusionOk="0">
                  <a:moveTo>
                    <a:pt x="45219" y="3525"/>
                  </a:moveTo>
                  <a:cubicBezTo>
                    <a:pt x="44531" y="3508"/>
                    <a:pt x="43860" y="3456"/>
                    <a:pt x="43293" y="3387"/>
                  </a:cubicBezTo>
                  <a:cubicBezTo>
                    <a:pt x="43276" y="3387"/>
                    <a:pt x="43259" y="3387"/>
                    <a:pt x="43259" y="3370"/>
                  </a:cubicBezTo>
                  <a:lnTo>
                    <a:pt x="43241" y="3370"/>
                  </a:lnTo>
                  <a:cubicBezTo>
                    <a:pt x="43069" y="3353"/>
                    <a:pt x="42897" y="3336"/>
                    <a:pt x="42743" y="3302"/>
                  </a:cubicBezTo>
                  <a:lnTo>
                    <a:pt x="42743" y="3302"/>
                  </a:lnTo>
                  <a:cubicBezTo>
                    <a:pt x="42743" y="3302"/>
                    <a:pt x="42743" y="3302"/>
                    <a:pt x="42743" y="3302"/>
                  </a:cubicBezTo>
                  <a:lnTo>
                    <a:pt x="42743" y="3302"/>
                  </a:lnTo>
                  <a:lnTo>
                    <a:pt x="42640" y="3302"/>
                  </a:lnTo>
                  <a:lnTo>
                    <a:pt x="42588" y="3302"/>
                  </a:lnTo>
                  <a:lnTo>
                    <a:pt x="42468" y="3319"/>
                  </a:lnTo>
                  <a:cubicBezTo>
                    <a:pt x="41746" y="3353"/>
                    <a:pt x="39992" y="3456"/>
                    <a:pt x="37963" y="3559"/>
                  </a:cubicBezTo>
                  <a:cubicBezTo>
                    <a:pt x="37688" y="3577"/>
                    <a:pt x="37413" y="3594"/>
                    <a:pt x="37138" y="3611"/>
                  </a:cubicBezTo>
                  <a:lnTo>
                    <a:pt x="16128" y="3611"/>
                  </a:lnTo>
                  <a:lnTo>
                    <a:pt x="16093" y="3731"/>
                  </a:lnTo>
                  <a:cubicBezTo>
                    <a:pt x="15732" y="3714"/>
                    <a:pt x="15406" y="3697"/>
                    <a:pt x="15113" y="3680"/>
                  </a:cubicBezTo>
                  <a:cubicBezTo>
                    <a:pt x="14890" y="3680"/>
                    <a:pt x="14701" y="3663"/>
                    <a:pt x="14546" y="3663"/>
                  </a:cubicBezTo>
                  <a:cubicBezTo>
                    <a:pt x="14512" y="3663"/>
                    <a:pt x="14460" y="3663"/>
                    <a:pt x="14426" y="3663"/>
                  </a:cubicBezTo>
                  <a:cubicBezTo>
                    <a:pt x="14374" y="3663"/>
                    <a:pt x="14340" y="3645"/>
                    <a:pt x="14305" y="3645"/>
                  </a:cubicBezTo>
                  <a:cubicBezTo>
                    <a:pt x="14202" y="3645"/>
                    <a:pt x="14133" y="3645"/>
                    <a:pt x="14082" y="3645"/>
                  </a:cubicBezTo>
                  <a:cubicBezTo>
                    <a:pt x="13927" y="3645"/>
                    <a:pt x="13738" y="3645"/>
                    <a:pt x="13497" y="3645"/>
                  </a:cubicBezTo>
                  <a:lnTo>
                    <a:pt x="13497" y="3645"/>
                  </a:lnTo>
                  <a:lnTo>
                    <a:pt x="11726" y="3663"/>
                  </a:lnTo>
                  <a:lnTo>
                    <a:pt x="10832" y="3663"/>
                  </a:lnTo>
                  <a:lnTo>
                    <a:pt x="10643" y="3663"/>
                  </a:lnTo>
                  <a:lnTo>
                    <a:pt x="10196" y="3663"/>
                  </a:lnTo>
                  <a:lnTo>
                    <a:pt x="10127" y="3663"/>
                  </a:lnTo>
                  <a:cubicBezTo>
                    <a:pt x="9973" y="3663"/>
                    <a:pt x="9818" y="3663"/>
                    <a:pt x="9646" y="3663"/>
                  </a:cubicBezTo>
                  <a:lnTo>
                    <a:pt x="9594" y="3663"/>
                  </a:lnTo>
                  <a:cubicBezTo>
                    <a:pt x="9354" y="3663"/>
                    <a:pt x="9130" y="3663"/>
                    <a:pt x="8941" y="3663"/>
                  </a:cubicBezTo>
                  <a:cubicBezTo>
                    <a:pt x="8614" y="3663"/>
                    <a:pt x="8391" y="3663"/>
                    <a:pt x="8391" y="3663"/>
                  </a:cubicBezTo>
                  <a:cubicBezTo>
                    <a:pt x="8391" y="3663"/>
                    <a:pt x="8236" y="3663"/>
                    <a:pt x="7944" y="3663"/>
                  </a:cubicBezTo>
                  <a:cubicBezTo>
                    <a:pt x="7858" y="3663"/>
                    <a:pt x="7755" y="3663"/>
                    <a:pt x="7634" y="3663"/>
                  </a:cubicBezTo>
                  <a:cubicBezTo>
                    <a:pt x="7600" y="3663"/>
                    <a:pt x="7566" y="3663"/>
                    <a:pt x="7514" y="3663"/>
                  </a:cubicBezTo>
                  <a:lnTo>
                    <a:pt x="7428" y="3663"/>
                  </a:lnTo>
                  <a:cubicBezTo>
                    <a:pt x="7359" y="3663"/>
                    <a:pt x="7291" y="3663"/>
                    <a:pt x="7205" y="3663"/>
                  </a:cubicBezTo>
                  <a:cubicBezTo>
                    <a:pt x="7084" y="3663"/>
                    <a:pt x="6929" y="3663"/>
                    <a:pt x="6792" y="3645"/>
                  </a:cubicBezTo>
                  <a:cubicBezTo>
                    <a:pt x="6689" y="3645"/>
                    <a:pt x="6586" y="3645"/>
                    <a:pt x="6465" y="3645"/>
                  </a:cubicBezTo>
                  <a:cubicBezTo>
                    <a:pt x="6448" y="3645"/>
                    <a:pt x="6431" y="3645"/>
                    <a:pt x="6396" y="3645"/>
                  </a:cubicBezTo>
                  <a:cubicBezTo>
                    <a:pt x="6259" y="3645"/>
                    <a:pt x="6087" y="3645"/>
                    <a:pt x="5932" y="3645"/>
                  </a:cubicBezTo>
                  <a:cubicBezTo>
                    <a:pt x="5760" y="3645"/>
                    <a:pt x="5571" y="3645"/>
                    <a:pt x="5399" y="3645"/>
                  </a:cubicBezTo>
                  <a:cubicBezTo>
                    <a:pt x="5279" y="3645"/>
                    <a:pt x="5176" y="3628"/>
                    <a:pt x="5055" y="3628"/>
                  </a:cubicBezTo>
                  <a:cubicBezTo>
                    <a:pt x="5004" y="3628"/>
                    <a:pt x="4969" y="3628"/>
                    <a:pt x="4918" y="3628"/>
                  </a:cubicBezTo>
                  <a:cubicBezTo>
                    <a:pt x="4883" y="3628"/>
                    <a:pt x="4832" y="3628"/>
                    <a:pt x="4798" y="3628"/>
                  </a:cubicBezTo>
                  <a:cubicBezTo>
                    <a:pt x="4712" y="3628"/>
                    <a:pt x="4643" y="3628"/>
                    <a:pt x="4557" y="3628"/>
                  </a:cubicBezTo>
                  <a:cubicBezTo>
                    <a:pt x="4488" y="3628"/>
                    <a:pt x="4419" y="3628"/>
                    <a:pt x="4351" y="3628"/>
                  </a:cubicBezTo>
                  <a:lnTo>
                    <a:pt x="4144" y="3628"/>
                  </a:lnTo>
                  <a:lnTo>
                    <a:pt x="4093" y="3628"/>
                  </a:lnTo>
                  <a:lnTo>
                    <a:pt x="3938" y="3628"/>
                  </a:lnTo>
                  <a:lnTo>
                    <a:pt x="3233" y="3611"/>
                  </a:lnTo>
                  <a:lnTo>
                    <a:pt x="516" y="3611"/>
                  </a:lnTo>
                  <a:cubicBezTo>
                    <a:pt x="448" y="3611"/>
                    <a:pt x="379" y="3611"/>
                    <a:pt x="293" y="3628"/>
                  </a:cubicBezTo>
                  <a:cubicBezTo>
                    <a:pt x="241" y="3628"/>
                    <a:pt x="173" y="3628"/>
                    <a:pt x="104" y="3628"/>
                  </a:cubicBezTo>
                  <a:lnTo>
                    <a:pt x="104" y="3628"/>
                  </a:lnTo>
                  <a:cubicBezTo>
                    <a:pt x="87" y="3628"/>
                    <a:pt x="69" y="3628"/>
                    <a:pt x="52" y="3628"/>
                  </a:cubicBezTo>
                  <a:lnTo>
                    <a:pt x="52" y="3628"/>
                  </a:lnTo>
                  <a:lnTo>
                    <a:pt x="1" y="3611"/>
                  </a:lnTo>
                  <a:cubicBezTo>
                    <a:pt x="18" y="3611"/>
                    <a:pt x="35" y="3611"/>
                    <a:pt x="52" y="3611"/>
                  </a:cubicBezTo>
                  <a:lnTo>
                    <a:pt x="52" y="3611"/>
                  </a:lnTo>
                  <a:lnTo>
                    <a:pt x="877" y="533"/>
                  </a:lnTo>
                  <a:lnTo>
                    <a:pt x="3078" y="533"/>
                  </a:lnTo>
                  <a:cubicBezTo>
                    <a:pt x="3078" y="533"/>
                    <a:pt x="3199" y="533"/>
                    <a:pt x="3388" y="516"/>
                  </a:cubicBezTo>
                  <a:lnTo>
                    <a:pt x="3422" y="516"/>
                  </a:lnTo>
                  <a:cubicBezTo>
                    <a:pt x="4402" y="499"/>
                    <a:pt x="7170" y="482"/>
                    <a:pt x="8099" y="465"/>
                  </a:cubicBezTo>
                  <a:cubicBezTo>
                    <a:pt x="8288" y="465"/>
                    <a:pt x="8391" y="465"/>
                    <a:pt x="8391" y="465"/>
                  </a:cubicBezTo>
                  <a:cubicBezTo>
                    <a:pt x="8391" y="465"/>
                    <a:pt x="9543" y="465"/>
                    <a:pt x="10488" y="482"/>
                  </a:cubicBezTo>
                  <a:lnTo>
                    <a:pt x="10678" y="482"/>
                  </a:lnTo>
                  <a:cubicBezTo>
                    <a:pt x="11365" y="482"/>
                    <a:pt x="12087" y="482"/>
                    <a:pt x="12724" y="482"/>
                  </a:cubicBezTo>
                  <a:cubicBezTo>
                    <a:pt x="12861" y="499"/>
                    <a:pt x="12999" y="499"/>
                    <a:pt x="13119" y="499"/>
                  </a:cubicBezTo>
                  <a:lnTo>
                    <a:pt x="13343" y="499"/>
                  </a:lnTo>
                  <a:cubicBezTo>
                    <a:pt x="13497" y="499"/>
                    <a:pt x="13635" y="499"/>
                    <a:pt x="13772" y="482"/>
                  </a:cubicBezTo>
                  <a:cubicBezTo>
                    <a:pt x="13893" y="482"/>
                    <a:pt x="13996" y="482"/>
                    <a:pt x="14065" y="482"/>
                  </a:cubicBezTo>
                  <a:cubicBezTo>
                    <a:pt x="14443" y="482"/>
                    <a:pt x="15612" y="413"/>
                    <a:pt x="17005" y="362"/>
                  </a:cubicBezTo>
                  <a:cubicBezTo>
                    <a:pt x="17761" y="310"/>
                    <a:pt x="18586" y="276"/>
                    <a:pt x="19360" y="224"/>
                  </a:cubicBezTo>
                  <a:cubicBezTo>
                    <a:pt x="21320" y="138"/>
                    <a:pt x="23074" y="35"/>
                    <a:pt x="23074" y="35"/>
                  </a:cubicBezTo>
                  <a:cubicBezTo>
                    <a:pt x="23074" y="35"/>
                    <a:pt x="25360" y="0"/>
                    <a:pt x="26908" y="0"/>
                  </a:cubicBezTo>
                  <a:cubicBezTo>
                    <a:pt x="27406" y="18"/>
                    <a:pt x="27819" y="18"/>
                    <a:pt x="28060" y="35"/>
                  </a:cubicBezTo>
                  <a:cubicBezTo>
                    <a:pt x="28077" y="35"/>
                    <a:pt x="28111" y="35"/>
                    <a:pt x="28146" y="35"/>
                  </a:cubicBezTo>
                  <a:cubicBezTo>
                    <a:pt x="28507" y="69"/>
                    <a:pt x="29573" y="121"/>
                    <a:pt x="30965" y="207"/>
                  </a:cubicBezTo>
                  <a:cubicBezTo>
                    <a:pt x="32461" y="293"/>
                    <a:pt x="34318" y="396"/>
                    <a:pt x="36123" y="482"/>
                  </a:cubicBezTo>
                  <a:cubicBezTo>
                    <a:pt x="38565" y="619"/>
                    <a:pt x="40903" y="740"/>
                    <a:pt x="42003" y="809"/>
                  </a:cubicBezTo>
                  <a:cubicBezTo>
                    <a:pt x="42330" y="826"/>
                    <a:pt x="42554" y="826"/>
                    <a:pt x="42622" y="843"/>
                  </a:cubicBezTo>
                  <a:cubicBezTo>
                    <a:pt x="42640" y="843"/>
                    <a:pt x="42657" y="843"/>
                    <a:pt x="42657" y="843"/>
                  </a:cubicBezTo>
                  <a:cubicBezTo>
                    <a:pt x="43087" y="757"/>
                    <a:pt x="43602" y="705"/>
                    <a:pt x="44170" y="654"/>
                  </a:cubicBezTo>
                  <a:lnTo>
                    <a:pt x="44617" y="894"/>
                  </a:lnTo>
                  <a:lnTo>
                    <a:pt x="45219" y="3542"/>
                  </a:lnTo>
                  <a:close/>
                </a:path>
              </a:pathLst>
            </a:custGeom>
            <a:solidFill>
              <a:srgbClr val="82C1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32"/>
            <p:cNvSpPr/>
            <p:nvPr/>
          </p:nvSpPr>
          <p:spPr>
            <a:xfrm>
              <a:off x="6336024" y="3033539"/>
              <a:ext cx="72" cy="1298"/>
            </a:xfrm>
            <a:custGeom>
              <a:avLst/>
              <a:gdLst/>
              <a:ahLst/>
              <a:cxnLst/>
              <a:rect l="l" t="t" r="r" b="b"/>
              <a:pathLst>
                <a:path w="1" h="18" extrusionOk="0">
                  <a:moveTo>
                    <a:pt x="0" y="1"/>
                  </a:moveTo>
                  <a:lnTo>
                    <a:pt x="0" y="1"/>
                  </a:lnTo>
                  <a:lnTo>
                    <a:pt x="0" y="18"/>
                  </a:lnTo>
                  <a:lnTo>
                    <a:pt x="0" y="18"/>
                  </a:lnTo>
                  <a:close/>
                </a:path>
              </a:pathLst>
            </a:custGeom>
            <a:solidFill>
              <a:srgbClr val="B7E8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32"/>
            <p:cNvSpPr/>
            <p:nvPr/>
          </p:nvSpPr>
          <p:spPr>
            <a:xfrm>
              <a:off x="6265339" y="1343303"/>
              <a:ext cx="3256557" cy="1970595"/>
            </a:xfrm>
            <a:custGeom>
              <a:avLst/>
              <a:gdLst/>
              <a:ahLst/>
              <a:cxnLst/>
              <a:rect l="l" t="t" r="r" b="b"/>
              <a:pathLst>
                <a:path w="45150" h="27321" extrusionOk="0">
                  <a:moveTo>
                    <a:pt x="45146" y="27114"/>
                  </a:moveTo>
                  <a:lnTo>
                    <a:pt x="45150" y="27131"/>
                  </a:lnTo>
                  <a:lnTo>
                    <a:pt x="45150" y="27114"/>
                  </a:lnTo>
                  <a:cubicBezTo>
                    <a:pt x="45148" y="27114"/>
                    <a:pt x="45147" y="27114"/>
                    <a:pt x="45146" y="27114"/>
                  </a:cubicBezTo>
                  <a:close/>
                  <a:moveTo>
                    <a:pt x="19360" y="0"/>
                  </a:moveTo>
                  <a:lnTo>
                    <a:pt x="18689" y="568"/>
                  </a:lnTo>
                  <a:lnTo>
                    <a:pt x="17778" y="482"/>
                  </a:lnTo>
                  <a:lnTo>
                    <a:pt x="16523" y="1531"/>
                  </a:lnTo>
                  <a:lnTo>
                    <a:pt x="14872" y="1324"/>
                  </a:lnTo>
                  <a:lnTo>
                    <a:pt x="14821" y="1393"/>
                  </a:lnTo>
                  <a:lnTo>
                    <a:pt x="14735" y="1479"/>
                  </a:lnTo>
                  <a:lnTo>
                    <a:pt x="14649" y="1582"/>
                  </a:lnTo>
                  <a:lnTo>
                    <a:pt x="13222" y="3181"/>
                  </a:lnTo>
                  <a:lnTo>
                    <a:pt x="13136" y="3284"/>
                  </a:lnTo>
                  <a:lnTo>
                    <a:pt x="13033" y="3388"/>
                  </a:lnTo>
                  <a:lnTo>
                    <a:pt x="12844" y="3611"/>
                  </a:lnTo>
                  <a:lnTo>
                    <a:pt x="12637" y="3835"/>
                  </a:lnTo>
                  <a:lnTo>
                    <a:pt x="10866" y="4196"/>
                  </a:lnTo>
                  <a:lnTo>
                    <a:pt x="10402" y="5709"/>
                  </a:lnTo>
                  <a:lnTo>
                    <a:pt x="9732" y="8322"/>
                  </a:lnTo>
                  <a:lnTo>
                    <a:pt x="9715" y="8339"/>
                  </a:lnTo>
                  <a:lnTo>
                    <a:pt x="9405" y="9525"/>
                  </a:lnTo>
                  <a:lnTo>
                    <a:pt x="7806" y="15268"/>
                  </a:lnTo>
                  <a:lnTo>
                    <a:pt x="6757" y="17606"/>
                  </a:lnTo>
                  <a:lnTo>
                    <a:pt x="3525" y="20306"/>
                  </a:lnTo>
                  <a:lnTo>
                    <a:pt x="2562" y="21114"/>
                  </a:lnTo>
                  <a:lnTo>
                    <a:pt x="963" y="23538"/>
                  </a:lnTo>
                  <a:lnTo>
                    <a:pt x="963" y="23555"/>
                  </a:lnTo>
                  <a:lnTo>
                    <a:pt x="808" y="24122"/>
                  </a:lnTo>
                  <a:lnTo>
                    <a:pt x="0" y="27200"/>
                  </a:lnTo>
                  <a:lnTo>
                    <a:pt x="3783" y="27200"/>
                  </a:lnTo>
                  <a:cubicBezTo>
                    <a:pt x="3817" y="27217"/>
                    <a:pt x="3852" y="27217"/>
                    <a:pt x="3869" y="27217"/>
                  </a:cubicBezTo>
                  <a:lnTo>
                    <a:pt x="5330" y="27217"/>
                  </a:lnTo>
                  <a:cubicBezTo>
                    <a:pt x="5519" y="27234"/>
                    <a:pt x="5691" y="27234"/>
                    <a:pt x="5863" y="27234"/>
                  </a:cubicBezTo>
                  <a:lnTo>
                    <a:pt x="6723" y="27234"/>
                  </a:lnTo>
                  <a:cubicBezTo>
                    <a:pt x="6878" y="27234"/>
                    <a:pt x="7015" y="27234"/>
                    <a:pt x="7153" y="27252"/>
                  </a:cubicBezTo>
                  <a:lnTo>
                    <a:pt x="10127" y="27252"/>
                  </a:lnTo>
                  <a:cubicBezTo>
                    <a:pt x="10230" y="27234"/>
                    <a:pt x="10333" y="27234"/>
                    <a:pt x="10437" y="27234"/>
                  </a:cubicBezTo>
                  <a:lnTo>
                    <a:pt x="11675" y="27234"/>
                  </a:lnTo>
                  <a:cubicBezTo>
                    <a:pt x="12259" y="27234"/>
                    <a:pt x="12809" y="27217"/>
                    <a:pt x="13274" y="27217"/>
                  </a:cubicBezTo>
                  <a:lnTo>
                    <a:pt x="13428" y="27217"/>
                  </a:lnTo>
                  <a:cubicBezTo>
                    <a:pt x="13669" y="27217"/>
                    <a:pt x="13858" y="27234"/>
                    <a:pt x="14013" y="27234"/>
                  </a:cubicBezTo>
                  <a:lnTo>
                    <a:pt x="14236" y="27234"/>
                  </a:lnTo>
                  <a:cubicBezTo>
                    <a:pt x="14271" y="27234"/>
                    <a:pt x="14305" y="27252"/>
                    <a:pt x="14357" y="27252"/>
                  </a:cubicBezTo>
                  <a:lnTo>
                    <a:pt x="14477" y="27252"/>
                  </a:lnTo>
                  <a:cubicBezTo>
                    <a:pt x="14632" y="27252"/>
                    <a:pt x="14821" y="27269"/>
                    <a:pt x="15027" y="27269"/>
                  </a:cubicBezTo>
                  <a:cubicBezTo>
                    <a:pt x="15319" y="27286"/>
                    <a:pt x="15663" y="27303"/>
                    <a:pt x="16024" y="27320"/>
                  </a:cubicBezTo>
                  <a:lnTo>
                    <a:pt x="16059" y="27183"/>
                  </a:lnTo>
                  <a:lnTo>
                    <a:pt x="37069" y="27183"/>
                  </a:lnTo>
                  <a:cubicBezTo>
                    <a:pt x="37344" y="27166"/>
                    <a:pt x="37636" y="27148"/>
                    <a:pt x="37911" y="27131"/>
                  </a:cubicBezTo>
                  <a:cubicBezTo>
                    <a:pt x="40353" y="26994"/>
                    <a:pt x="42330" y="26891"/>
                    <a:pt x="42571" y="26873"/>
                  </a:cubicBezTo>
                  <a:lnTo>
                    <a:pt x="42588" y="26873"/>
                  </a:lnTo>
                  <a:cubicBezTo>
                    <a:pt x="42622" y="26891"/>
                    <a:pt x="42639" y="26891"/>
                    <a:pt x="42674" y="26891"/>
                  </a:cubicBezTo>
                  <a:cubicBezTo>
                    <a:pt x="42828" y="26925"/>
                    <a:pt x="43000" y="26942"/>
                    <a:pt x="43172" y="26959"/>
                  </a:cubicBezTo>
                  <a:lnTo>
                    <a:pt x="43190" y="26959"/>
                  </a:lnTo>
                  <a:cubicBezTo>
                    <a:pt x="43190" y="26976"/>
                    <a:pt x="43207" y="26976"/>
                    <a:pt x="43224" y="26976"/>
                  </a:cubicBezTo>
                  <a:cubicBezTo>
                    <a:pt x="43790" y="27045"/>
                    <a:pt x="44459" y="27097"/>
                    <a:pt x="45146" y="27114"/>
                  </a:cubicBezTo>
                  <a:lnTo>
                    <a:pt x="45146" y="27114"/>
                  </a:lnTo>
                  <a:lnTo>
                    <a:pt x="44565" y="24483"/>
                  </a:lnTo>
                  <a:lnTo>
                    <a:pt x="44118" y="24243"/>
                  </a:lnTo>
                  <a:lnTo>
                    <a:pt x="41453" y="22850"/>
                  </a:lnTo>
                  <a:lnTo>
                    <a:pt x="40920" y="18191"/>
                  </a:lnTo>
                  <a:lnTo>
                    <a:pt x="40920" y="18174"/>
                  </a:lnTo>
                  <a:cubicBezTo>
                    <a:pt x="40903" y="18105"/>
                    <a:pt x="40886" y="18053"/>
                    <a:pt x="40868" y="18019"/>
                  </a:cubicBezTo>
                  <a:lnTo>
                    <a:pt x="40868" y="18019"/>
                  </a:lnTo>
                  <a:lnTo>
                    <a:pt x="40903" y="18139"/>
                  </a:lnTo>
                  <a:lnTo>
                    <a:pt x="39407" y="14924"/>
                  </a:lnTo>
                  <a:lnTo>
                    <a:pt x="39407" y="9354"/>
                  </a:lnTo>
                  <a:cubicBezTo>
                    <a:pt x="39407" y="9354"/>
                    <a:pt x="39390" y="9336"/>
                    <a:pt x="39390" y="9319"/>
                  </a:cubicBezTo>
                  <a:cubicBezTo>
                    <a:pt x="39149" y="9044"/>
                    <a:pt x="36966" y="7944"/>
                    <a:pt x="36553" y="7737"/>
                  </a:cubicBezTo>
                  <a:lnTo>
                    <a:pt x="36519" y="7720"/>
                  </a:lnTo>
                  <a:lnTo>
                    <a:pt x="36484" y="7703"/>
                  </a:lnTo>
                  <a:lnTo>
                    <a:pt x="36450" y="7617"/>
                  </a:lnTo>
                  <a:lnTo>
                    <a:pt x="36415" y="7514"/>
                  </a:lnTo>
                  <a:lnTo>
                    <a:pt x="36398" y="7445"/>
                  </a:lnTo>
                  <a:lnTo>
                    <a:pt x="36347" y="7308"/>
                  </a:lnTo>
                  <a:lnTo>
                    <a:pt x="36312" y="7153"/>
                  </a:lnTo>
                  <a:cubicBezTo>
                    <a:pt x="36244" y="6946"/>
                    <a:pt x="36175" y="6757"/>
                    <a:pt x="36140" y="6689"/>
                  </a:cubicBezTo>
                  <a:lnTo>
                    <a:pt x="36140" y="6671"/>
                  </a:lnTo>
                  <a:lnTo>
                    <a:pt x="34731" y="6138"/>
                  </a:lnTo>
                  <a:lnTo>
                    <a:pt x="33991" y="5846"/>
                  </a:lnTo>
                  <a:lnTo>
                    <a:pt x="33613" y="4986"/>
                  </a:lnTo>
                  <a:lnTo>
                    <a:pt x="31533" y="4694"/>
                  </a:lnTo>
                  <a:lnTo>
                    <a:pt x="31361" y="4660"/>
                  </a:lnTo>
                  <a:lnTo>
                    <a:pt x="30037" y="4247"/>
                  </a:lnTo>
                  <a:lnTo>
                    <a:pt x="29882" y="4196"/>
                  </a:lnTo>
                  <a:cubicBezTo>
                    <a:pt x="29882" y="4196"/>
                    <a:pt x="29882" y="3817"/>
                    <a:pt x="29830" y="3456"/>
                  </a:cubicBezTo>
                  <a:lnTo>
                    <a:pt x="29830" y="3439"/>
                  </a:lnTo>
                  <a:cubicBezTo>
                    <a:pt x="29830" y="3353"/>
                    <a:pt x="29813" y="3250"/>
                    <a:pt x="29779" y="3164"/>
                  </a:cubicBezTo>
                  <a:cubicBezTo>
                    <a:pt x="29779" y="3147"/>
                    <a:pt x="29779" y="3130"/>
                    <a:pt x="29762" y="3112"/>
                  </a:cubicBezTo>
                  <a:lnTo>
                    <a:pt x="29762" y="3095"/>
                  </a:lnTo>
                  <a:cubicBezTo>
                    <a:pt x="29762" y="3078"/>
                    <a:pt x="29745" y="3061"/>
                    <a:pt x="29745" y="3044"/>
                  </a:cubicBezTo>
                  <a:cubicBezTo>
                    <a:pt x="29727" y="3009"/>
                    <a:pt x="29710" y="2975"/>
                    <a:pt x="29693" y="2940"/>
                  </a:cubicBezTo>
                  <a:lnTo>
                    <a:pt x="29693" y="2923"/>
                  </a:lnTo>
                  <a:cubicBezTo>
                    <a:pt x="29641" y="2837"/>
                    <a:pt x="29590" y="2769"/>
                    <a:pt x="29504" y="2751"/>
                  </a:cubicBezTo>
                  <a:cubicBezTo>
                    <a:pt x="29160" y="2717"/>
                    <a:pt x="27974" y="2425"/>
                    <a:pt x="27630" y="2339"/>
                  </a:cubicBezTo>
                  <a:lnTo>
                    <a:pt x="27544" y="2322"/>
                  </a:lnTo>
                  <a:lnTo>
                    <a:pt x="27527" y="2304"/>
                  </a:lnTo>
                  <a:lnTo>
                    <a:pt x="25412" y="1840"/>
                  </a:lnTo>
                  <a:lnTo>
                    <a:pt x="21561" y="671"/>
                  </a:lnTo>
                  <a:lnTo>
                    <a:pt x="1936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32"/>
            <p:cNvSpPr/>
            <p:nvPr/>
          </p:nvSpPr>
          <p:spPr>
            <a:xfrm>
              <a:off x="6264113" y="2807852"/>
              <a:ext cx="255548" cy="497391"/>
            </a:xfrm>
            <a:custGeom>
              <a:avLst/>
              <a:gdLst/>
              <a:ahLst/>
              <a:cxnLst/>
              <a:rect l="l" t="t" r="r" b="b"/>
              <a:pathLst>
                <a:path w="3543" h="6896" extrusionOk="0">
                  <a:moveTo>
                    <a:pt x="3542" y="1"/>
                  </a:moveTo>
                  <a:lnTo>
                    <a:pt x="2579" y="791"/>
                  </a:lnTo>
                  <a:lnTo>
                    <a:pt x="963" y="3216"/>
                  </a:lnTo>
                  <a:lnTo>
                    <a:pt x="963" y="3250"/>
                  </a:lnTo>
                  <a:lnTo>
                    <a:pt x="825" y="3800"/>
                  </a:lnTo>
                  <a:lnTo>
                    <a:pt x="0" y="6895"/>
                  </a:lnTo>
                  <a:lnTo>
                    <a:pt x="3181" y="6895"/>
                  </a:lnTo>
                  <a:lnTo>
                    <a:pt x="3181" y="6878"/>
                  </a:lnTo>
                  <a:cubicBezTo>
                    <a:pt x="3215" y="6792"/>
                    <a:pt x="3301" y="5348"/>
                    <a:pt x="3370" y="3800"/>
                  </a:cubicBezTo>
                  <a:cubicBezTo>
                    <a:pt x="3439" y="2425"/>
                    <a:pt x="3508" y="981"/>
                    <a:pt x="3525" y="327"/>
                  </a:cubicBezTo>
                  <a:lnTo>
                    <a:pt x="3542" y="155"/>
                  </a:lnTo>
                  <a:lnTo>
                    <a:pt x="354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32"/>
            <p:cNvSpPr/>
            <p:nvPr/>
          </p:nvSpPr>
          <p:spPr>
            <a:xfrm>
              <a:off x="6797351" y="1437574"/>
              <a:ext cx="639915" cy="1871348"/>
            </a:xfrm>
            <a:custGeom>
              <a:avLst/>
              <a:gdLst/>
              <a:ahLst/>
              <a:cxnLst/>
              <a:rect l="l" t="t" r="r" b="b"/>
              <a:pathLst>
                <a:path w="8872" h="25945" extrusionOk="0">
                  <a:moveTo>
                    <a:pt x="7496" y="0"/>
                  </a:moveTo>
                  <a:lnTo>
                    <a:pt x="7445" y="69"/>
                  </a:lnTo>
                  <a:lnTo>
                    <a:pt x="7359" y="172"/>
                  </a:lnTo>
                  <a:lnTo>
                    <a:pt x="7273" y="258"/>
                  </a:lnTo>
                  <a:cubicBezTo>
                    <a:pt x="6895" y="705"/>
                    <a:pt x="6293" y="1376"/>
                    <a:pt x="5846" y="1857"/>
                  </a:cubicBezTo>
                  <a:lnTo>
                    <a:pt x="5760" y="1960"/>
                  </a:lnTo>
                  <a:lnTo>
                    <a:pt x="5657" y="2081"/>
                  </a:lnTo>
                  <a:lnTo>
                    <a:pt x="5468" y="2287"/>
                  </a:lnTo>
                  <a:lnTo>
                    <a:pt x="5261" y="2510"/>
                  </a:lnTo>
                  <a:lnTo>
                    <a:pt x="5261" y="2528"/>
                  </a:lnTo>
                  <a:lnTo>
                    <a:pt x="3490" y="2889"/>
                  </a:lnTo>
                  <a:lnTo>
                    <a:pt x="3026" y="4384"/>
                  </a:lnTo>
                  <a:lnTo>
                    <a:pt x="2356" y="6998"/>
                  </a:lnTo>
                  <a:lnTo>
                    <a:pt x="2339" y="7032"/>
                  </a:lnTo>
                  <a:lnTo>
                    <a:pt x="2012" y="8201"/>
                  </a:lnTo>
                  <a:lnTo>
                    <a:pt x="2029" y="8253"/>
                  </a:lnTo>
                  <a:lnTo>
                    <a:pt x="413" y="13944"/>
                  </a:lnTo>
                  <a:lnTo>
                    <a:pt x="0" y="18792"/>
                  </a:lnTo>
                  <a:lnTo>
                    <a:pt x="1806" y="14339"/>
                  </a:lnTo>
                  <a:lnTo>
                    <a:pt x="3250" y="21474"/>
                  </a:lnTo>
                  <a:lnTo>
                    <a:pt x="3233" y="22747"/>
                  </a:lnTo>
                  <a:lnTo>
                    <a:pt x="3215" y="25463"/>
                  </a:lnTo>
                  <a:lnTo>
                    <a:pt x="3198" y="25876"/>
                  </a:lnTo>
                  <a:lnTo>
                    <a:pt x="3198" y="25945"/>
                  </a:lnTo>
                  <a:lnTo>
                    <a:pt x="3387" y="25945"/>
                  </a:lnTo>
                  <a:cubicBezTo>
                    <a:pt x="3576" y="25945"/>
                    <a:pt x="3903" y="25927"/>
                    <a:pt x="4281" y="25927"/>
                  </a:cubicBezTo>
                  <a:lnTo>
                    <a:pt x="6052" y="25927"/>
                  </a:lnTo>
                  <a:lnTo>
                    <a:pt x="6052" y="25876"/>
                  </a:lnTo>
                  <a:lnTo>
                    <a:pt x="6327" y="22764"/>
                  </a:lnTo>
                  <a:lnTo>
                    <a:pt x="6757" y="17795"/>
                  </a:lnTo>
                  <a:lnTo>
                    <a:pt x="7926" y="16265"/>
                  </a:lnTo>
                  <a:cubicBezTo>
                    <a:pt x="7926" y="16265"/>
                    <a:pt x="8803" y="10419"/>
                    <a:pt x="8838" y="10007"/>
                  </a:cubicBezTo>
                  <a:cubicBezTo>
                    <a:pt x="8872" y="9611"/>
                    <a:pt x="7256" y="1823"/>
                    <a:pt x="7256" y="1823"/>
                  </a:cubicBezTo>
                  <a:lnTo>
                    <a:pt x="749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32"/>
            <p:cNvSpPr/>
            <p:nvPr/>
          </p:nvSpPr>
          <p:spPr>
            <a:xfrm>
              <a:off x="8193668" y="1509485"/>
              <a:ext cx="1153391" cy="1794460"/>
            </a:xfrm>
            <a:custGeom>
              <a:avLst/>
              <a:gdLst/>
              <a:ahLst/>
              <a:cxnLst/>
              <a:rect l="l" t="t" r="r" b="b"/>
              <a:pathLst>
                <a:path w="15991" h="24879" extrusionOk="0">
                  <a:moveTo>
                    <a:pt x="792" y="0"/>
                  </a:moveTo>
                  <a:lnTo>
                    <a:pt x="69" y="3129"/>
                  </a:lnTo>
                  <a:lnTo>
                    <a:pt x="18" y="14494"/>
                  </a:lnTo>
                  <a:lnTo>
                    <a:pt x="1" y="20976"/>
                  </a:lnTo>
                  <a:lnTo>
                    <a:pt x="104" y="21285"/>
                  </a:lnTo>
                  <a:lnTo>
                    <a:pt x="1325" y="24879"/>
                  </a:lnTo>
                  <a:lnTo>
                    <a:pt x="10334" y="24879"/>
                  </a:lnTo>
                  <a:cubicBezTo>
                    <a:pt x="10609" y="24879"/>
                    <a:pt x="10884" y="24862"/>
                    <a:pt x="11142" y="24844"/>
                  </a:cubicBezTo>
                  <a:cubicBezTo>
                    <a:pt x="13188" y="24724"/>
                    <a:pt x="14942" y="24638"/>
                    <a:pt x="15664" y="24604"/>
                  </a:cubicBezTo>
                  <a:lnTo>
                    <a:pt x="15784" y="24587"/>
                  </a:lnTo>
                  <a:lnTo>
                    <a:pt x="15990" y="24587"/>
                  </a:lnTo>
                  <a:lnTo>
                    <a:pt x="15199" y="22076"/>
                  </a:lnTo>
                  <a:lnTo>
                    <a:pt x="14718" y="20529"/>
                  </a:lnTo>
                  <a:lnTo>
                    <a:pt x="14168" y="15887"/>
                  </a:lnTo>
                  <a:lnTo>
                    <a:pt x="14168" y="15852"/>
                  </a:lnTo>
                  <a:cubicBezTo>
                    <a:pt x="14151" y="15801"/>
                    <a:pt x="14133" y="15749"/>
                    <a:pt x="14116" y="15698"/>
                  </a:cubicBezTo>
                  <a:lnTo>
                    <a:pt x="14116" y="15698"/>
                  </a:lnTo>
                  <a:lnTo>
                    <a:pt x="14151" y="15818"/>
                  </a:lnTo>
                  <a:lnTo>
                    <a:pt x="12655" y="12603"/>
                  </a:lnTo>
                  <a:lnTo>
                    <a:pt x="12655" y="8425"/>
                  </a:lnTo>
                  <a:lnTo>
                    <a:pt x="12655" y="8408"/>
                  </a:lnTo>
                  <a:lnTo>
                    <a:pt x="12638" y="8408"/>
                  </a:lnTo>
                  <a:lnTo>
                    <a:pt x="12638" y="8391"/>
                  </a:lnTo>
                  <a:cubicBezTo>
                    <a:pt x="12638" y="8391"/>
                    <a:pt x="12655" y="7239"/>
                    <a:pt x="12655" y="7050"/>
                  </a:cubicBezTo>
                  <a:cubicBezTo>
                    <a:pt x="12655" y="7032"/>
                    <a:pt x="12655" y="7015"/>
                    <a:pt x="12638" y="6998"/>
                  </a:cubicBezTo>
                  <a:cubicBezTo>
                    <a:pt x="12397" y="6740"/>
                    <a:pt x="10213" y="5640"/>
                    <a:pt x="9801" y="5433"/>
                  </a:cubicBezTo>
                  <a:lnTo>
                    <a:pt x="9766" y="5416"/>
                  </a:lnTo>
                  <a:lnTo>
                    <a:pt x="9749" y="5399"/>
                  </a:lnTo>
                  <a:lnTo>
                    <a:pt x="9715" y="5313"/>
                  </a:lnTo>
                  <a:lnTo>
                    <a:pt x="9680" y="5193"/>
                  </a:lnTo>
                  <a:lnTo>
                    <a:pt x="9663" y="5141"/>
                  </a:lnTo>
                  <a:lnTo>
                    <a:pt x="9612" y="4986"/>
                  </a:lnTo>
                  <a:lnTo>
                    <a:pt x="9560" y="4849"/>
                  </a:lnTo>
                  <a:cubicBezTo>
                    <a:pt x="9491" y="4642"/>
                    <a:pt x="9423" y="4436"/>
                    <a:pt x="9405" y="4385"/>
                  </a:cubicBezTo>
                  <a:lnTo>
                    <a:pt x="9388" y="4367"/>
                  </a:lnTo>
                  <a:lnTo>
                    <a:pt x="7996" y="3817"/>
                  </a:lnTo>
                  <a:lnTo>
                    <a:pt x="7239" y="3542"/>
                  </a:lnTo>
                  <a:lnTo>
                    <a:pt x="6861" y="2665"/>
                  </a:lnTo>
                  <a:lnTo>
                    <a:pt x="4970" y="1513"/>
                  </a:lnTo>
                  <a:lnTo>
                    <a:pt x="3285" y="1892"/>
                  </a:lnTo>
                  <a:lnTo>
                    <a:pt x="3095" y="1152"/>
                  </a:lnTo>
                  <a:lnTo>
                    <a:pt x="3095" y="1135"/>
                  </a:lnTo>
                  <a:lnTo>
                    <a:pt x="2958" y="636"/>
                  </a:lnTo>
                  <a:lnTo>
                    <a:pt x="2958" y="619"/>
                  </a:lnTo>
                  <a:lnTo>
                    <a:pt x="2924" y="447"/>
                  </a:lnTo>
                  <a:lnTo>
                    <a:pt x="878" y="18"/>
                  </a:lnTo>
                  <a:lnTo>
                    <a:pt x="80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32"/>
            <p:cNvSpPr/>
            <p:nvPr/>
          </p:nvSpPr>
          <p:spPr>
            <a:xfrm>
              <a:off x="6260362" y="3305171"/>
              <a:ext cx="6275" cy="72"/>
            </a:xfrm>
            <a:custGeom>
              <a:avLst/>
              <a:gdLst/>
              <a:ahLst/>
              <a:cxnLst/>
              <a:rect l="l" t="t" r="r" b="b"/>
              <a:pathLst>
                <a:path w="87" h="1" extrusionOk="0">
                  <a:moveTo>
                    <a:pt x="87" y="0"/>
                  </a:moveTo>
                  <a:lnTo>
                    <a:pt x="52" y="0"/>
                  </a:lnTo>
                  <a:lnTo>
                    <a:pt x="52" y="0"/>
                  </a:lnTo>
                  <a:lnTo>
                    <a:pt x="1" y="0"/>
                  </a:lnTo>
                  <a:cubicBezTo>
                    <a:pt x="18" y="0"/>
                    <a:pt x="35" y="0"/>
                    <a:pt x="69" y="0"/>
                  </a:cubicBezTo>
                  <a:lnTo>
                    <a:pt x="69" y="0"/>
                  </a:lnTo>
                  <a:lnTo>
                    <a:pt x="87" y="0"/>
                  </a:lnTo>
                  <a:close/>
                </a:path>
              </a:pathLst>
            </a:custGeom>
            <a:solidFill>
              <a:srgbClr val="45AB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32"/>
            <p:cNvSpPr/>
            <p:nvPr/>
          </p:nvSpPr>
          <p:spPr>
            <a:xfrm>
              <a:off x="6265339" y="3040968"/>
              <a:ext cx="68305" cy="264275"/>
            </a:xfrm>
            <a:custGeom>
              <a:avLst/>
              <a:gdLst/>
              <a:ahLst/>
              <a:cxnLst/>
              <a:rect l="l" t="t" r="r" b="b"/>
              <a:pathLst>
                <a:path w="947" h="3664" extrusionOk="0">
                  <a:moveTo>
                    <a:pt x="808" y="568"/>
                  </a:moveTo>
                  <a:lnTo>
                    <a:pt x="946" y="1"/>
                  </a:lnTo>
                  <a:lnTo>
                    <a:pt x="808" y="568"/>
                  </a:lnTo>
                  <a:lnTo>
                    <a:pt x="18" y="3646"/>
                  </a:lnTo>
                  <a:lnTo>
                    <a:pt x="18" y="3663"/>
                  </a:lnTo>
                  <a:lnTo>
                    <a:pt x="0" y="3646"/>
                  </a:lnTo>
                  <a:lnTo>
                    <a:pt x="0" y="3646"/>
                  </a:lnTo>
                  <a:lnTo>
                    <a:pt x="0" y="3646"/>
                  </a:lnTo>
                  <a:close/>
                </a:path>
              </a:pathLst>
            </a:custGeom>
            <a:solidFill>
              <a:srgbClr val="49B8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32"/>
            <p:cNvSpPr/>
            <p:nvPr/>
          </p:nvSpPr>
          <p:spPr>
            <a:xfrm>
              <a:off x="6336024" y="3033539"/>
              <a:ext cx="72" cy="1298"/>
            </a:xfrm>
            <a:custGeom>
              <a:avLst/>
              <a:gdLst/>
              <a:ahLst/>
              <a:cxnLst/>
              <a:rect l="l" t="t" r="r" b="b"/>
              <a:pathLst>
                <a:path w="1" h="18" extrusionOk="0">
                  <a:moveTo>
                    <a:pt x="0" y="1"/>
                  </a:moveTo>
                  <a:lnTo>
                    <a:pt x="0" y="1"/>
                  </a:lnTo>
                  <a:lnTo>
                    <a:pt x="0" y="18"/>
                  </a:lnTo>
                  <a:lnTo>
                    <a:pt x="0" y="18"/>
                  </a:lnTo>
                  <a:close/>
                </a:path>
              </a:pathLst>
            </a:custGeom>
            <a:solidFill>
              <a:srgbClr val="49B8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32"/>
            <p:cNvSpPr/>
            <p:nvPr/>
          </p:nvSpPr>
          <p:spPr>
            <a:xfrm>
              <a:off x="6519588" y="2611954"/>
              <a:ext cx="277835" cy="194744"/>
            </a:xfrm>
            <a:custGeom>
              <a:avLst/>
              <a:gdLst/>
              <a:ahLst/>
              <a:cxnLst/>
              <a:rect l="l" t="t" r="r" b="b"/>
              <a:pathLst>
                <a:path w="3852" h="2700" extrusionOk="0">
                  <a:moveTo>
                    <a:pt x="3232" y="0"/>
                  </a:moveTo>
                  <a:lnTo>
                    <a:pt x="0" y="2699"/>
                  </a:lnTo>
                  <a:lnTo>
                    <a:pt x="3851" y="2510"/>
                  </a:lnTo>
                  <a:lnTo>
                    <a:pt x="323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32"/>
            <p:cNvSpPr/>
            <p:nvPr/>
          </p:nvSpPr>
          <p:spPr>
            <a:xfrm>
              <a:off x="6493478" y="2792994"/>
              <a:ext cx="389489" cy="515928"/>
            </a:xfrm>
            <a:custGeom>
              <a:avLst/>
              <a:gdLst/>
              <a:ahLst/>
              <a:cxnLst/>
              <a:rect l="l" t="t" r="r" b="b"/>
              <a:pathLst>
                <a:path w="5400" h="7153" extrusionOk="0">
                  <a:moveTo>
                    <a:pt x="4213" y="0"/>
                  </a:moveTo>
                  <a:lnTo>
                    <a:pt x="362" y="207"/>
                  </a:lnTo>
                  <a:lnTo>
                    <a:pt x="362" y="378"/>
                  </a:lnTo>
                  <a:lnTo>
                    <a:pt x="345" y="550"/>
                  </a:lnTo>
                  <a:lnTo>
                    <a:pt x="156" y="4006"/>
                  </a:lnTo>
                  <a:lnTo>
                    <a:pt x="1" y="7101"/>
                  </a:lnTo>
                  <a:lnTo>
                    <a:pt x="861" y="7101"/>
                  </a:lnTo>
                  <a:lnTo>
                    <a:pt x="912" y="7118"/>
                  </a:lnTo>
                  <a:lnTo>
                    <a:pt x="2700" y="7118"/>
                  </a:lnTo>
                  <a:cubicBezTo>
                    <a:pt x="2872" y="7135"/>
                    <a:pt x="3027" y="7135"/>
                    <a:pt x="3182" y="7135"/>
                  </a:cubicBezTo>
                  <a:lnTo>
                    <a:pt x="5400" y="7153"/>
                  </a:lnTo>
                  <a:lnTo>
                    <a:pt x="5400" y="7135"/>
                  </a:lnTo>
                  <a:lnTo>
                    <a:pt x="5382" y="7101"/>
                  </a:lnTo>
                  <a:lnTo>
                    <a:pt x="5314" y="6706"/>
                  </a:lnTo>
                  <a:lnTo>
                    <a:pt x="4867" y="3955"/>
                  </a:lnTo>
                  <a:lnTo>
                    <a:pt x="421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32"/>
            <p:cNvSpPr/>
            <p:nvPr/>
          </p:nvSpPr>
          <p:spPr>
            <a:xfrm>
              <a:off x="6927542" y="2471810"/>
              <a:ext cx="357248" cy="514702"/>
            </a:xfrm>
            <a:custGeom>
              <a:avLst/>
              <a:gdLst/>
              <a:ahLst/>
              <a:cxnLst/>
              <a:rect l="l" t="t" r="r" b="b"/>
              <a:pathLst>
                <a:path w="4953" h="7136" extrusionOk="0">
                  <a:moveTo>
                    <a:pt x="1" y="0"/>
                  </a:moveTo>
                  <a:lnTo>
                    <a:pt x="1445" y="7135"/>
                  </a:lnTo>
                  <a:lnTo>
                    <a:pt x="4952" y="3456"/>
                  </a:lnTo>
                  <a:lnTo>
                    <a:pt x="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32"/>
            <p:cNvSpPr/>
            <p:nvPr/>
          </p:nvSpPr>
          <p:spPr>
            <a:xfrm>
              <a:off x="6942400" y="1944774"/>
              <a:ext cx="23658" cy="88068"/>
            </a:xfrm>
            <a:custGeom>
              <a:avLst/>
              <a:gdLst/>
              <a:ahLst/>
              <a:cxnLst/>
              <a:rect l="l" t="t" r="r" b="b"/>
              <a:pathLst>
                <a:path w="328" h="1221" extrusionOk="0">
                  <a:moveTo>
                    <a:pt x="328" y="0"/>
                  </a:moveTo>
                  <a:lnTo>
                    <a:pt x="18" y="1221"/>
                  </a:lnTo>
                  <a:lnTo>
                    <a:pt x="1" y="1169"/>
                  </a:lnTo>
                  <a:close/>
                </a:path>
              </a:pathLst>
            </a:custGeom>
            <a:solidFill>
              <a:srgbClr val="49B8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32"/>
            <p:cNvSpPr/>
            <p:nvPr/>
          </p:nvSpPr>
          <p:spPr>
            <a:xfrm>
              <a:off x="7049076" y="1619840"/>
              <a:ext cx="127810" cy="698266"/>
            </a:xfrm>
            <a:custGeom>
              <a:avLst/>
              <a:gdLst/>
              <a:ahLst/>
              <a:cxnLst/>
              <a:rect l="l" t="t" r="r" b="b"/>
              <a:pathLst>
                <a:path w="1772" h="9681" extrusionOk="0">
                  <a:moveTo>
                    <a:pt x="1771" y="1"/>
                  </a:moveTo>
                  <a:lnTo>
                    <a:pt x="0" y="362"/>
                  </a:lnTo>
                  <a:lnTo>
                    <a:pt x="791" y="9680"/>
                  </a:lnTo>
                  <a:lnTo>
                    <a:pt x="177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32"/>
            <p:cNvSpPr/>
            <p:nvPr/>
          </p:nvSpPr>
          <p:spPr>
            <a:xfrm>
              <a:off x="7106129" y="3011252"/>
              <a:ext cx="127810" cy="297670"/>
            </a:xfrm>
            <a:custGeom>
              <a:avLst/>
              <a:gdLst/>
              <a:ahLst/>
              <a:cxnLst/>
              <a:rect l="l" t="t" r="r" b="b"/>
              <a:pathLst>
                <a:path w="1772" h="4127" extrusionOk="0">
                  <a:moveTo>
                    <a:pt x="1771" y="4092"/>
                  </a:moveTo>
                  <a:lnTo>
                    <a:pt x="1771" y="4109"/>
                  </a:lnTo>
                  <a:lnTo>
                    <a:pt x="0" y="4127"/>
                  </a:lnTo>
                  <a:lnTo>
                    <a:pt x="0" y="4127"/>
                  </a:lnTo>
                  <a:lnTo>
                    <a:pt x="0" y="4109"/>
                  </a:lnTo>
                  <a:lnTo>
                    <a:pt x="18" y="4109"/>
                  </a:lnTo>
                  <a:lnTo>
                    <a:pt x="18" y="4058"/>
                  </a:lnTo>
                  <a:lnTo>
                    <a:pt x="998" y="946"/>
                  </a:lnTo>
                  <a:lnTo>
                    <a:pt x="1290" y="0"/>
                  </a:lnTo>
                  <a:lnTo>
                    <a:pt x="1393" y="946"/>
                  </a:lnTo>
                  <a:lnTo>
                    <a:pt x="1771" y="4058"/>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32"/>
            <p:cNvSpPr/>
            <p:nvPr/>
          </p:nvSpPr>
          <p:spPr>
            <a:xfrm>
              <a:off x="7423562" y="2189070"/>
              <a:ext cx="560647" cy="1114875"/>
            </a:xfrm>
            <a:custGeom>
              <a:avLst/>
              <a:gdLst/>
              <a:ahLst/>
              <a:cxnLst/>
              <a:rect l="l" t="t" r="r" b="b"/>
              <a:pathLst>
                <a:path w="7773" h="15457" extrusionOk="0">
                  <a:moveTo>
                    <a:pt x="7772" y="0"/>
                  </a:moveTo>
                  <a:lnTo>
                    <a:pt x="2924" y="4556"/>
                  </a:lnTo>
                  <a:lnTo>
                    <a:pt x="878" y="12207"/>
                  </a:lnTo>
                  <a:lnTo>
                    <a:pt x="1" y="15457"/>
                  </a:lnTo>
                  <a:lnTo>
                    <a:pt x="2597" y="15457"/>
                  </a:lnTo>
                  <a:lnTo>
                    <a:pt x="3250" y="12087"/>
                  </a:lnTo>
                  <a:lnTo>
                    <a:pt x="4488" y="5605"/>
                  </a:lnTo>
                  <a:lnTo>
                    <a:pt x="7772" y="0"/>
                  </a:lnTo>
                  <a:close/>
                </a:path>
              </a:pathLst>
            </a:custGeom>
            <a:solidFill>
              <a:srgbClr val="95DE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32"/>
            <p:cNvSpPr/>
            <p:nvPr/>
          </p:nvSpPr>
          <p:spPr>
            <a:xfrm>
              <a:off x="7984137" y="2189070"/>
              <a:ext cx="209603" cy="833361"/>
            </a:xfrm>
            <a:custGeom>
              <a:avLst/>
              <a:gdLst/>
              <a:ahLst/>
              <a:cxnLst/>
              <a:rect l="l" t="t" r="r" b="b"/>
              <a:pathLst>
                <a:path w="2906" h="11554" extrusionOk="0">
                  <a:moveTo>
                    <a:pt x="0" y="0"/>
                  </a:moveTo>
                  <a:lnTo>
                    <a:pt x="2906" y="11554"/>
                  </a:lnTo>
                  <a:lnTo>
                    <a:pt x="2906" y="5175"/>
                  </a:lnTo>
                  <a:lnTo>
                    <a:pt x="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32"/>
            <p:cNvSpPr/>
            <p:nvPr/>
          </p:nvSpPr>
          <p:spPr>
            <a:xfrm>
              <a:off x="7747271" y="2189070"/>
              <a:ext cx="446469" cy="833505"/>
            </a:xfrm>
            <a:custGeom>
              <a:avLst/>
              <a:gdLst/>
              <a:ahLst/>
              <a:cxnLst/>
              <a:rect l="l" t="t" r="r" b="b"/>
              <a:pathLst>
                <a:path w="6190" h="11556" extrusionOk="0">
                  <a:moveTo>
                    <a:pt x="3284" y="0"/>
                  </a:moveTo>
                  <a:lnTo>
                    <a:pt x="0" y="5605"/>
                  </a:lnTo>
                  <a:cubicBezTo>
                    <a:pt x="0" y="5605"/>
                    <a:pt x="6086" y="11555"/>
                    <a:pt x="6188" y="11555"/>
                  </a:cubicBezTo>
                  <a:cubicBezTo>
                    <a:pt x="6189" y="11555"/>
                    <a:pt x="6190" y="11555"/>
                    <a:pt x="6190" y="11554"/>
                  </a:cubicBezTo>
                  <a:cubicBezTo>
                    <a:pt x="6190" y="11468"/>
                    <a:pt x="3284" y="0"/>
                    <a:pt x="328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32"/>
            <p:cNvSpPr/>
            <p:nvPr/>
          </p:nvSpPr>
          <p:spPr>
            <a:xfrm>
              <a:off x="7457102" y="1376770"/>
              <a:ext cx="156300" cy="732960"/>
            </a:xfrm>
            <a:custGeom>
              <a:avLst/>
              <a:gdLst/>
              <a:ahLst/>
              <a:cxnLst/>
              <a:rect l="l" t="t" r="r" b="b"/>
              <a:pathLst>
                <a:path w="2167" h="10162" extrusionOk="0">
                  <a:moveTo>
                    <a:pt x="1255" y="1"/>
                  </a:moveTo>
                  <a:lnTo>
                    <a:pt x="0" y="1067"/>
                  </a:lnTo>
                  <a:lnTo>
                    <a:pt x="1479" y="10162"/>
                  </a:lnTo>
                  <a:lnTo>
                    <a:pt x="2166" y="87"/>
                  </a:lnTo>
                  <a:lnTo>
                    <a:pt x="125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1175;p32"/>
            <p:cNvSpPr/>
            <p:nvPr/>
          </p:nvSpPr>
          <p:spPr>
            <a:xfrm>
              <a:off x="7661655" y="1343303"/>
              <a:ext cx="158825" cy="785180"/>
            </a:xfrm>
            <a:custGeom>
              <a:avLst/>
              <a:gdLst/>
              <a:ahLst/>
              <a:cxnLst/>
              <a:rect l="l" t="t" r="r" b="b"/>
              <a:pathLst>
                <a:path w="2202" h="10886" extrusionOk="0">
                  <a:moveTo>
                    <a:pt x="1" y="0"/>
                  </a:moveTo>
                  <a:cubicBezTo>
                    <a:pt x="1" y="1"/>
                    <a:pt x="1408" y="10885"/>
                    <a:pt x="1428" y="10885"/>
                  </a:cubicBezTo>
                  <a:cubicBezTo>
                    <a:pt x="1428" y="10885"/>
                    <a:pt x="1428" y="10885"/>
                    <a:pt x="1428" y="10884"/>
                  </a:cubicBezTo>
                  <a:cubicBezTo>
                    <a:pt x="1428" y="10729"/>
                    <a:pt x="2202" y="654"/>
                    <a:pt x="2202" y="654"/>
                  </a:cubicBez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32"/>
            <p:cNvSpPr/>
            <p:nvPr/>
          </p:nvSpPr>
          <p:spPr>
            <a:xfrm>
              <a:off x="8077110" y="1474720"/>
              <a:ext cx="173683" cy="401894"/>
            </a:xfrm>
            <a:custGeom>
              <a:avLst/>
              <a:gdLst/>
              <a:ahLst/>
              <a:cxnLst/>
              <a:rect l="l" t="t" r="r" b="b"/>
              <a:pathLst>
                <a:path w="2408" h="5572" extrusionOk="0">
                  <a:moveTo>
                    <a:pt x="276" y="1"/>
                  </a:moveTo>
                  <a:lnTo>
                    <a:pt x="1" y="5572"/>
                  </a:lnTo>
                  <a:lnTo>
                    <a:pt x="1685" y="3611"/>
                  </a:lnTo>
                  <a:lnTo>
                    <a:pt x="2408" y="482"/>
                  </a:lnTo>
                  <a:lnTo>
                    <a:pt x="27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32"/>
            <p:cNvSpPr/>
            <p:nvPr/>
          </p:nvSpPr>
          <p:spPr>
            <a:xfrm>
              <a:off x="8477634" y="2729738"/>
              <a:ext cx="460173" cy="574207"/>
            </a:xfrm>
            <a:custGeom>
              <a:avLst/>
              <a:gdLst/>
              <a:ahLst/>
              <a:cxnLst/>
              <a:rect l="l" t="t" r="r" b="b"/>
              <a:pathLst>
                <a:path w="6380" h="7961" extrusionOk="0">
                  <a:moveTo>
                    <a:pt x="551" y="0"/>
                  </a:moveTo>
                  <a:lnTo>
                    <a:pt x="534" y="138"/>
                  </a:lnTo>
                  <a:lnTo>
                    <a:pt x="224" y="4557"/>
                  </a:lnTo>
                  <a:lnTo>
                    <a:pt x="35" y="7565"/>
                  </a:lnTo>
                  <a:lnTo>
                    <a:pt x="1" y="7961"/>
                  </a:lnTo>
                  <a:lnTo>
                    <a:pt x="6380" y="7961"/>
                  </a:lnTo>
                  <a:lnTo>
                    <a:pt x="5382" y="4849"/>
                  </a:lnTo>
                  <a:lnTo>
                    <a:pt x="4248" y="1324"/>
                  </a:lnTo>
                  <a:lnTo>
                    <a:pt x="55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32"/>
            <p:cNvSpPr/>
            <p:nvPr/>
          </p:nvSpPr>
          <p:spPr>
            <a:xfrm>
              <a:off x="8516078" y="1912534"/>
              <a:ext cx="267954" cy="912774"/>
            </a:xfrm>
            <a:custGeom>
              <a:avLst/>
              <a:gdLst/>
              <a:ahLst/>
              <a:cxnLst/>
              <a:rect l="l" t="t" r="r" b="b"/>
              <a:pathLst>
                <a:path w="3715" h="12655" extrusionOk="0">
                  <a:moveTo>
                    <a:pt x="1514" y="0"/>
                  </a:moveTo>
                  <a:lnTo>
                    <a:pt x="379" y="1891"/>
                  </a:lnTo>
                  <a:lnTo>
                    <a:pt x="1" y="11330"/>
                  </a:lnTo>
                  <a:lnTo>
                    <a:pt x="3715" y="12654"/>
                  </a:lnTo>
                  <a:lnTo>
                    <a:pt x="2769" y="5433"/>
                  </a:lnTo>
                  <a:lnTo>
                    <a:pt x="1514" y="0"/>
                  </a:lnTo>
                  <a:close/>
                </a:path>
              </a:pathLst>
            </a:custGeom>
            <a:solidFill>
              <a:srgbClr val="95DE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32"/>
            <p:cNvSpPr/>
            <p:nvPr/>
          </p:nvSpPr>
          <p:spPr>
            <a:xfrm>
              <a:off x="8193668" y="2729738"/>
              <a:ext cx="323780" cy="574207"/>
            </a:xfrm>
            <a:custGeom>
              <a:avLst/>
              <a:gdLst/>
              <a:ahLst/>
              <a:cxnLst/>
              <a:rect l="l" t="t" r="r" b="b"/>
              <a:pathLst>
                <a:path w="4489" h="7961" extrusionOk="0">
                  <a:moveTo>
                    <a:pt x="4488" y="0"/>
                  </a:moveTo>
                  <a:lnTo>
                    <a:pt x="4454" y="18"/>
                  </a:lnTo>
                  <a:lnTo>
                    <a:pt x="3285" y="1084"/>
                  </a:lnTo>
                  <a:lnTo>
                    <a:pt x="2236" y="2029"/>
                  </a:lnTo>
                  <a:lnTo>
                    <a:pt x="1" y="4058"/>
                  </a:lnTo>
                  <a:lnTo>
                    <a:pt x="104" y="4367"/>
                  </a:lnTo>
                  <a:lnTo>
                    <a:pt x="1325" y="7961"/>
                  </a:lnTo>
                  <a:lnTo>
                    <a:pt x="3938" y="7961"/>
                  </a:lnTo>
                  <a:lnTo>
                    <a:pt x="3972" y="7565"/>
                  </a:lnTo>
                  <a:lnTo>
                    <a:pt x="4161" y="4557"/>
                  </a:lnTo>
                  <a:lnTo>
                    <a:pt x="4471" y="138"/>
                  </a:lnTo>
                  <a:lnTo>
                    <a:pt x="448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32"/>
            <p:cNvSpPr/>
            <p:nvPr/>
          </p:nvSpPr>
          <p:spPr>
            <a:xfrm>
              <a:off x="8783959" y="2825235"/>
              <a:ext cx="563099" cy="478710"/>
            </a:xfrm>
            <a:custGeom>
              <a:avLst/>
              <a:gdLst/>
              <a:ahLst/>
              <a:cxnLst/>
              <a:rect l="l" t="t" r="r" b="b"/>
              <a:pathLst>
                <a:path w="7807" h="6637" extrusionOk="0">
                  <a:moveTo>
                    <a:pt x="1" y="0"/>
                  </a:moveTo>
                  <a:lnTo>
                    <a:pt x="1135" y="3525"/>
                  </a:lnTo>
                  <a:lnTo>
                    <a:pt x="2150" y="6637"/>
                  </a:lnTo>
                  <a:cubicBezTo>
                    <a:pt x="2425" y="6637"/>
                    <a:pt x="2700" y="6620"/>
                    <a:pt x="2958" y="6602"/>
                  </a:cubicBezTo>
                  <a:cubicBezTo>
                    <a:pt x="5004" y="6482"/>
                    <a:pt x="6758" y="6396"/>
                    <a:pt x="7480" y="6362"/>
                  </a:cubicBezTo>
                  <a:lnTo>
                    <a:pt x="7600" y="6345"/>
                  </a:lnTo>
                  <a:lnTo>
                    <a:pt x="7806" y="6345"/>
                  </a:lnTo>
                  <a:lnTo>
                    <a:pt x="7015" y="3834"/>
                  </a:lnTo>
                  <a:lnTo>
                    <a:pt x="6534" y="2287"/>
                  </a:ln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32"/>
            <p:cNvSpPr/>
            <p:nvPr/>
          </p:nvSpPr>
          <p:spPr>
            <a:xfrm>
              <a:off x="8193668" y="2093574"/>
              <a:ext cx="322482" cy="928858"/>
            </a:xfrm>
            <a:custGeom>
              <a:avLst/>
              <a:gdLst/>
              <a:ahLst/>
              <a:cxnLst/>
              <a:rect l="l" t="t" r="r" b="b"/>
              <a:pathLst>
                <a:path w="4471" h="12878" extrusionOk="0">
                  <a:moveTo>
                    <a:pt x="1686" y="0"/>
                  </a:moveTo>
                  <a:lnTo>
                    <a:pt x="1" y="6499"/>
                  </a:lnTo>
                  <a:lnTo>
                    <a:pt x="1" y="12878"/>
                  </a:lnTo>
                  <a:lnTo>
                    <a:pt x="4471" y="8958"/>
                  </a:lnTo>
                  <a:lnTo>
                    <a:pt x="3697" y="2356"/>
                  </a:lnTo>
                  <a:lnTo>
                    <a:pt x="3285" y="9904"/>
                  </a:lnTo>
                  <a:lnTo>
                    <a:pt x="2236" y="10849"/>
                  </a:lnTo>
                  <a:lnTo>
                    <a:pt x="168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32"/>
            <p:cNvSpPr/>
            <p:nvPr/>
          </p:nvSpPr>
          <p:spPr>
            <a:xfrm>
              <a:off x="8715799" y="2304402"/>
              <a:ext cx="539514" cy="685788"/>
            </a:xfrm>
            <a:custGeom>
              <a:avLst/>
              <a:gdLst/>
              <a:ahLst/>
              <a:cxnLst/>
              <a:rect l="l" t="t" r="r" b="b"/>
              <a:pathLst>
                <a:path w="7480" h="9508" extrusionOk="0">
                  <a:moveTo>
                    <a:pt x="0" y="0"/>
                  </a:moveTo>
                  <a:lnTo>
                    <a:pt x="946" y="7221"/>
                  </a:lnTo>
                  <a:lnTo>
                    <a:pt x="7479" y="9508"/>
                  </a:lnTo>
                  <a:lnTo>
                    <a:pt x="0" y="0"/>
                  </a:lnTo>
                  <a:close/>
                </a:path>
              </a:pathLst>
            </a:custGeom>
            <a:solidFill>
              <a:srgbClr val="59C2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32"/>
            <p:cNvSpPr/>
            <p:nvPr/>
          </p:nvSpPr>
          <p:spPr>
            <a:xfrm>
              <a:off x="8770327" y="1784796"/>
              <a:ext cx="143894" cy="584161"/>
            </a:xfrm>
            <a:custGeom>
              <a:avLst/>
              <a:gdLst/>
              <a:ahLst/>
              <a:cxnLst/>
              <a:rect l="l" t="t" r="r" b="b"/>
              <a:pathLst>
                <a:path w="1995" h="8099" extrusionOk="0">
                  <a:moveTo>
                    <a:pt x="1" y="0"/>
                  </a:moveTo>
                  <a:lnTo>
                    <a:pt x="1995" y="8098"/>
                  </a:lnTo>
                  <a:lnTo>
                    <a:pt x="1754" y="1582"/>
                  </a:lnTo>
                  <a:lnTo>
                    <a:pt x="1720" y="1496"/>
                  </a:lnTo>
                  <a:lnTo>
                    <a:pt x="1410" y="568"/>
                  </a:lnTo>
                  <a:lnTo>
                    <a:pt x="1393" y="550"/>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32"/>
            <p:cNvSpPr/>
            <p:nvPr/>
          </p:nvSpPr>
          <p:spPr>
            <a:xfrm>
              <a:off x="8431761" y="1618614"/>
              <a:ext cx="120381" cy="458875"/>
            </a:xfrm>
            <a:custGeom>
              <a:avLst/>
              <a:gdLst/>
              <a:ahLst/>
              <a:cxnLst/>
              <a:rect l="l" t="t" r="r" b="b"/>
              <a:pathLst>
                <a:path w="1669" h="6362" extrusionOk="0">
                  <a:moveTo>
                    <a:pt x="1669" y="0"/>
                  </a:moveTo>
                  <a:lnTo>
                    <a:pt x="1" y="379"/>
                  </a:lnTo>
                  <a:lnTo>
                    <a:pt x="396" y="6362"/>
                  </a:lnTo>
                  <a:lnTo>
                    <a:pt x="166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32"/>
            <p:cNvSpPr/>
            <p:nvPr/>
          </p:nvSpPr>
          <p:spPr>
            <a:xfrm>
              <a:off x="9105143" y="2014161"/>
              <a:ext cx="1298" cy="104296"/>
            </a:xfrm>
            <a:custGeom>
              <a:avLst/>
              <a:gdLst/>
              <a:ahLst/>
              <a:cxnLst/>
              <a:rect l="l" t="t" r="r" b="b"/>
              <a:pathLst>
                <a:path w="18" h="1446" extrusionOk="0">
                  <a:moveTo>
                    <a:pt x="18" y="53"/>
                  </a:moveTo>
                  <a:lnTo>
                    <a:pt x="18" y="1445"/>
                  </a:lnTo>
                  <a:lnTo>
                    <a:pt x="18" y="1411"/>
                  </a:lnTo>
                  <a:lnTo>
                    <a:pt x="1" y="1394"/>
                  </a:lnTo>
                  <a:lnTo>
                    <a:pt x="1" y="1"/>
                  </a:lnTo>
                  <a:cubicBezTo>
                    <a:pt x="18" y="18"/>
                    <a:pt x="18" y="35"/>
                    <a:pt x="18" y="53"/>
                  </a:cubicBezTo>
                  <a:close/>
                </a:path>
              </a:pathLst>
            </a:custGeom>
            <a:solidFill>
              <a:srgbClr val="B7E8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1186;p32"/>
            <p:cNvSpPr/>
            <p:nvPr/>
          </p:nvSpPr>
          <p:spPr>
            <a:xfrm>
              <a:off x="9211820" y="2641670"/>
              <a:ext cx="3751" cy="13704"/>
            </a:xfrm>
            <a:custGeom>
              <a:avLst/>
              <a:gdLst/>
              <a:ahLst/>
              <a:cxnLst/>
              <a:rect l="l" t="t" r="r" b="b"/>
              <a:pathLst>
                <a:path w="52" h="190" extrusionOk="0">
                  <a:moveTo>
                    <a:pt x="52" y="190"/>
                  </a:moveTo>
                  <a:lnTo>
                    <a:pt x="35" y="121"/>
                  </a:lnTo>
                  <a:lnTo>
                    <a:pt x="0" y="1"/>
                  </a:lnTo>
                  <a:cubicBezTo>
                    <a:pt x="17" y="52"/>
                    <a:pt x="35" y="104"/>
                    <a:pt x="52" y="155"/>
                  </a:cubicBezTo>
                  <a:lnTo>
                    <a:pt x="52" y="190"/>
                  </a:lnTo>
                  <a:close/>
                </a:path>
              </a:pathLst>
            </a:custGeom>
            <a:solidFill>
              <a:srgbClr val="49B8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32"/>
            <p:cNvSpPr/>
            <p:nvPr/>
          </p:nvSpPr>
          <p:spPr>
            <a:xfrm>
              <a:off x="9255240" y="2990118"/>
              <a:ext cx="267882" cy="313827"/>
            </a:xfrm>
            <a:custGeom>
              <a:avLst/>
              <a:gdLst/>
              <a:ahLst/>
              <a:cxnLst/>
              <a:rect l="l" t="t" r="r" b="b"/>
              <a:pathLst>
                <a:path w="3714" h="4351" extrusionOk="0">
                  <a:moveTo>
                    <a:pt x="0" y="1"/>
                  </a:moveTo>
                  <a:lnTo>
                    <a:pt x="481" y="1548"/>
                  </a:lnTo>
                  <a:lnTo>
                    <a:pt x="1272" y="4059"/>
                  </a:lnTo>
                  <a:cubicBezTo>
                    <a:pt x="1410" y="4076"/>
                    <a:pt x="1565" y="4110"/>
                    <a:pt x="1719" y="4144"/>
                  </a:cubicBezTo>
                  <a:lnTo>
                    <a:pt x="1737" y="4144"/>
                  </a:lnTo>
                  <a:cubicBezTo>
                    <a:pt x="1737" y="4144"/>
                    <a:pt x="3060" y="4316"/>
                    <a:pt x="3060" y="4316"/>
                  </a:cubicBezTo>
                  <a:lnTo>
                    <a:pt x="3714" y="4351"/>
                  </a:lnTo>
                  <a:lnTo>
                    <a:pt x="3714" y="4334"/>
                  </a:lnTo>
                  <a:lnTo>
                    <a:pt x="3095" y="1634"/>
                  </a:lnTo>
                  <a:lnTo>
                    <a:pt x="2665" y="1411"/>
                  </a:lnTo>
                  <a:lnTo>
                    <a:pt x="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32"/>
            <p:cNvSpPr/>
            <p:nvPr/>
          </p:nvSpPr>
          <p:spPr>
            <a:xfrm>
              <a:off x="6264113" y="3305171"/>
              <a:ext cx="1298" cy="1298"/>
            </a:xfrm>
            <a:custGeom>
              <a:avLst/>
              <a:gdLst/>
              <a:ahLst/>
              <a:cxnLst/>
              <a:rect l="l" t="t" r="r" b="b"/>
              <a:pathLst>
                <a:path w="18" h="18" extrusionOk="0">
                  <a:moveTo>
                    <a:pt x="17" y="0"/>
                  </a:moveTo>
                  <a:lnTo>
                    <a:pt x="0" y="17"/>
                  </a:lnTo>
                  <a:lnTo>
                    <a:pt x="17" y="0"/>
                  </a:lnTo>
                  <a:close/>
                </a:path>
              </a:pathLst>
            </a:custGeom>
            <a:solidFill>
              <a:srgbClr val="B7E8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32"/>
            <p:cNvSpPr/>
            <p:nvPr/>
          </p:nvSpPr>
          <p:spPr>
            <a:xfrm>
              <a:off x="6493478" y="3266727"/>
              <a:ext cx="611497" cy="42195"/>
            </a:xfrm>
            <a:custGeom>
              <a:avLst/>
              <a:gdLst/>
              <a:ahLst/>
              <a:cxnLst/>
              <a:rect l="l" t="t" r="r" b="b"/>
              <a:pathLst>
                <a:path w="8478" h="585" extrusionOk="0">
                  <a:moveTo>
                    <a:pt x="895" y="0"/>
                  </a:moveTo>
                  <a:lnTo>
                    <a:pt x="18" y="516"/>
                  </a:lnTo>
                  <a:lnTo>
                    <a:pt x="1" y="516"/>
                  </a:lnTo>
                  <a:lnTo>
                    <a:pt x="1" y="533"/>
                  </a:lnTo>
                  <a:lnTo>
                    <a:pt x="620" y="533"/>
                  </a:lnTo>
                  <a:lnTo>
                    <a:pt x="5400" y="567"/>
                  </a:lnTo>
                  <a:lnTo>
                    <a:pt x="6895" y="585"/>
                  </a:lnTo>
                  <a:lnTo>
                    <a:pt x="8477" y="585"/>
                  </a:lnTo>
                  <a:lnTo>
                    <a:pt x="8477" y="567"/>
                  </a:lnTo>
                  <a:lnTo>
                    <a:pt x="8443" y="516"/>
                  </a:lnTo>
                  <a:lnTo>
                    <a:pt x="8116" y="120"/>
                  </a:lnTo>
                  <a:lnTo>
                    <a:pt x="7428" y="120"/>
                  </a:lnTo>
                  <a:lnTo>
                    <a:pt x="6517" y="516"/>
                  </a:lnTo>
                  <a:lnTo>
                    <a:pt x="5400" y="138"/>
                  </a:lnTo>
                  <a:lnTo>
                    <a:pt x="5314" y="138"/>
                  </a:lnTo>
                  <a:lnTo>
                    <a:pt x="89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32"/>
            <p:cNvSpPr/>
            <p:nvPr/>
          </p:nvSpPr>
          <p:spPr>
            <a:xfrm>
              <a:off x="8356171" y="3262977"/>
              <a:ext cx="424182" cy="40968"/>
            </a:xfrm>
            <a:custGeom>
              <a:avLst/>
              <a:gdLst/>
              <a:ahLst/>
              <a:cxnLst/>
              <a:rect l="l" t="t" r="r" b="b"/>
              <a:pathLst>
                <a:path w="5881" h="568" extrusionOk="0">
                  <a:moveTo>
                    <a:pt x="2923" y="0"/>
                  </a:moveTo>
                  <a:lnTo>
                    <a:pt x="1719" y="172"/>
                  </a:lnTo>
                  <a:lnTo>
                    <a:pt x="309" y="361"/>
                  </a:lnTo>
                  <a:lnTo>
                    <a:pt x="0" y="568"/>
                  </a:lnTo>
                  <a:lnTo>
                    <a:pt x="5880" y="568"/>
                  </a:lnTo>
                  <a:lnTo>
                    <a:pt x="5278" y="276"/>
                  </a:lnTo>
                  <a:lnTo>
                    <a:pt x="292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32"/>
            <p:cNvSpPr/>
            <p:nvPr/>
          </p:nvSpPr>
          <p:spPr>
            <a:xfrm>
              <a:off x="8993562" y="3262977"/>
              <a:ext cx="483687" cy="38516"/>
            </a:xfrm>
            <a:custGeom>
              <a:avLst/>
              <a:gdLst/>
              <a:ahLst/>
              <a:cxnLst/>
              <a:rect l="l" t="t" r="r" b="b"/>
              <a:pathLst>
                <a:path w="6706" h="534" extrusionOk="0">
                  <a:moveTo>
                    <a:pt x="997" y="0"/>
                  </a:moveTo>
                  <a:lnTo>
                    <a:pt x="0" y="533"/>
                  </a:lnTo>
                  <a:lnTo>
                    <a:pt x="6706" y="533"/>
                  </a:lnTo>
                  <a:lnTo>
                    <a:pt x="4900" y="276"/>
                  </a:lnTo>
                  <a:lnTo>
                    <a:pt x="261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32"/>
            <p:cNvSpPr/>
            <p:nvPr/>
          </p:nvSpPr>
          <p:spPr>
            <a:xfrm>
              <a:off x="6336024" y="3033539"/>
              <a:ext cx="72" cy="1298"/>
            </a:xfrm>
            <a:custGeom>
              <a:avLst/>
              <a:gdLst/>
              <a:ahLst/>
              <a:cxnLst/>
              <a:rect l="l" t="t" r="r" b="b"/>
              <a:pathLst>
                <a:path w="1" h="18" extrusionOk="0">
                  <a:moveTo>
                    <a:pt x="0" y="1"/>
                  </a:moveTo>
                  <a:lnTo>
                    <a:pt x="0" y="18"/>
                  </a:lnTo>
                  <a:lnTo>
                    <a:pt x="0" y="1"/>
                  </a:lnTo>
                  <a:lnTo>
                    <a:pt x="0" y="1"/>
                  </a:lnTo>
                  <a:close/>
                </a:path>
              </a:pathLst>
            </a:custGeom>
            <a:solidFill>
              <a:srgbClr val="82C1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32"/>
            <p:cNvSpPr/>
            <p:nvPr/>
          </p:nvSpPr>
          <p:spPr>
            <a:xfrm>
              <a:off x="6336024" y="3021133"/>
              <a:ext cx="2524" cy="8800"/>
            </a:xfrm>
            <a:custGeom>
              <a:avLst/>
              <a:gdLst/>
              <a:ahLst/>
              <a:cxnLst/>
              <a:rect l="l" t="t" r="r" b="b"/>
              <a:pathLst>
                <a:path w="35" h="122" extrusionOk="0">
                  <a:moveTo>
                    <a:pt x="35" y="1"/>
                  </a:moveTo>
                  <a:cubicBezTo>
                    <a:pt x="35" y="35"/>
                    <a:pt x="18" y="87"/>
                    <a:pt x="0" y="121"/>
                  </a:cubicBezTo>
                  <a:lnTo>
                    <a:pt x="18" y="70"/>
                  </a:lnTo>
                  <a:cubicBezTo>
                    <a:pt x="35" y="52"/>
                    <a:pt x="35" y="18"/>
                    <a:pt x="35" y="1"/>
                  </a:cubicBezTo>
                  <a:close/>
                </a:path>
              </a:pathLst>
            </a:custGeom>
            <a:solidFill>
              <a:srgbClr val="82C1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255"/>
        <p:cNvGrpSpPr/>
        <p:nvPr/>
      </p:nvGrpSpPr>
      <p:grpSpPr>
        <a:xfrm>
          <a:off x="0" y="0"/>
          <a:ext cx="0" cy="0"/>
          <a:chOff x="0" y="0"/>
          <a:chExt cx="0" cy="0"/>
        </a:xfrm>
      </p:grpSpPr>
      <p:sp>
        <p:nvSpPr>
          <p:cNvPr id="1256" name="Google Shape;1256;p34"/>
          <p:cNvSpPr/>
          <p:nvPr/>
        </p:nvSpPr>
        <p:spPr>
          <a:xfrm>
            <a:off x="0" y="4570900"/>
            <a:ext cx="9144000" cy="5727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57" name="Google Shape;1257;p34"/>
          <p:cNvGrpSpPr/>
          <p:nvPr/>
        </p:nvGrpSpPr>
        <p:grpSpPr>
          <a:xfrm>
            <a:off x="-411164" y="3511769"/>
            <a:ext cx="1037587" cy="2103640"/>
            <a:chOff x="1463325" y="2079500"/>
            <a:chExt cx="516675" cy="1047525"/>
          </a:xfrm>
        </p:grpSpPr>
        <p:sp>
          <p:nvSpPr>
            <p:cNvPr id="1258" name="Google Shape;1258;p34"/>
            <p:cNvSpPr/>
            <p:nvPr/>
          </p:nvSpPr>
          <p:spPr>
            <a:xfrm>
              <a:off x="1463325" y="2079500"/>
              <a:ext cx="516675" cy="523975"/>
            </a:xfrm>
            <a:custGeom>
              <a:avLst/>
              <a:gdLst/>
              <a:ahLst/>
              <a:cxnLst/>
              <a:rect l="l" t="t" r="r" b="b"/>
              <a:pathLst>
                <a:path w="20667" h="20959" extrusionOk="0">
                  <a:moveTo>
                    <a:pt x="14013" y="20959"/>
                  </a:moveTo>
                  <a:lnTo>
                    <a:pt x="1" y="20959"/>
                  </a:lnTo>
                  <a:lnTo>
                    <a:pt x="1514" y="19446"/>
                  </a:lnTo>
                  <a:lnTo>
                    <a:pt x="3439" y="18277"/>
                  </a:lnTo>
                  <a:lnTo>
                    <a:pt x="2511" y="11142"/>
                  </a:lnTo>
                  <a:lnTo>
                    <a:pt x="4729" y="6998"/>
                  </a:lnTo>
                  <a:lnTo>
                    <a:pt x="7996" y="7290"/>
                  </a:lnTo>
                  <a:lnTo>
                    <a:pt x="9285" y="2046"/>
                  </a:lnTo>
                  <a:lnTo>
                    <a:pt x="11916" y="0"/>
                  </a:lnTo>
                  <a:lnTo>
                    <a:pt x="14993" y="1703"/>
                  </a:lnTo>
                  <a:lnTo>
                    <a:pt x="15285" y="10849"/>
                  </a:lnTo>
                  <a:lnTo>
                    <a:pt x="16816" y="13016"/>
                  </a:lnTo>
                  <a:lnTo>
                    <a:pt x="17211" y="18672"/>
                  </a:lnTo>
                  <a:lnTo>
                    <a:pt x="19910" y="19446"/>
                  </a:lnTo>
                  <a:lnTo>
                    <a:pt x="20667" y="20959"/>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34"/>
            <p:cNvSpPr/>
            <p:nvPr/>
          </p:nvSpPr>
          <p:spPr>
            <a:xfrm>
              <a:off x="1526075" y="2358025"/>
              <a:ext cx="101475" cy="245450"/>
            </a:xfrm>
            <a:custGeom>
              <a:avLst/>
              <a:gdLst/>
              <a:ahLst/>
              <a:cxnLst/>
              <a:rect l="l" t="t" r="r" b="b"/>
              <a:pathLst>
                <a:path w="4059" h="9818" extrusionOk="0">
                  <a:moveTo>
                    <a:pt x="1" y="1"/>
                  </a:moveTo>
                  <a:lnTo>
                    <a:pt x="3611" y="3714"/>
                  </a:lnTo>
                  <a:lnTo>
                    <a:pt x="4058" y="9818"/>
                  </a:lnTo>
                  <a:lnTo>
                    <a:pt x="929" y="7136"/>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34"/>
            <p:cNvSpPr/>
            <p:nvPr/>
          </p:nvSpPr>
          <p:spPr>
            <a:xfrm>
              <a:off x="1501150" y="2536400"/>
              <a:ext cx="126400" cy="67075"/>
            </a:xfrm>
            <a:custGeom>
              <a:avLst/>
              <a:gdLst/>
              <a:ahLst/>
              <a:cxnLst/>
              <a:rect l="l" t="t" r="r" b="b"/>
              <a:pathLst>
                <a:path w="5056" h="2683" extrusionOk="0">
                  <a:moveTo>
                    <a:pt x="1" y="1170"/>
                  </a:moveTo>
                  <a:lnTo>
                    <a:pt x="5055" y="2683"/>
                  </a:lnTo>
                  <a:lnTo>
                    <a:pt x="192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34"/>
            <p:cNvSpPr/>
            <p:nvPr/>
          </p:nvSpPr>
          <p:spPr>
            <a:xfrm>
              <a:off x="1627525" y="2529100"/>
              <a:ext cx="241575" cy="74375"/>
            </a:xfrm>
            <a:custGeom>
              <a:avLst/>
              <a:gdLst/>
              <a:ahLst/>
              <a:cxnLst/>
              <a:rect l="l" t="t" r="r" b="b"/>
              <a:pathLst>
                <a:path w="9663" h="2975" extrusionOk="0">
                  <a:moveTo>
                    <a:pt x="0" y="2975"/>
                  </a:moveTo>
                  <a:lnTo>
                    <a:pt x="5434" y="0"/>
                  </a:lnTo>
                  <a:lnTo>
                    <a:pt x="9405" y="1943"/>
                  </a:lnTo>
                  <a:lnTo>
                    <a:pt x="9663" y="2975"/>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34"/>
            <p:cNvSpPr/>
            <p:nvPr/>
          </p:nvSpPr>
          <p:spPr>
            <a:xfrm>
              <a:off x="1616350" y="2450875"/>
              <a:ext cx="147025" cy="152600"/>
            </a:xfrm>
            <a:custGeom>
              <a:avLst/>
              <a:gdLst/>
              <a:ahLst/>
              <a:cxnLst/>
              <a:rect l="l" t="t" r="r" b="b"/>
              <a:pathLst>
                <a:path w="5881" h="6104" extrusionOk="0">
                  <a:moveTo>
                    <a:pt x="5881" y="3129"/>
                  </a:moveTo>
                  <a:lnTo>
                    <a:pt x="4883" y="207"/>
                  </a:lnTo>
                  <a:lnTo>
                    <a:pt x="0" y="0"/>
                  </a:lnTo>
                  <a:lnTo>
                    <a:pt x="447" y="610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34"/>
            <p:cNvSpPr/>
            <p:nvPr/>
          </p:nvSpPr>
          <p:spPr>
            <a:xfrm>
              <a:off x="1663200" y="2130650"/>
              <a:ext cx="32250" cy="247175"/>
            </a:xfrm>
            <a:custGeom>
              <a:avLst/>
              <a:gdLst/>
              <a:ahLst/>
              <a:cxnLst/>
              <a:rect l="l" t="t" r="r" b="b"/>
              <a:pathLst>
                <a:path w="1290" h="9887" extrusionOk="0">
                  <a:moveTo>
                    <a:pt x="1" y="5244"/>
                  </a:moveTo>
                  <a:cubicBezTo>
                    <a:pt x="1" y="5244"/>
                    <a:pt x="1290" y="9886"/>
                    <a:pt x="1256" y="9783"/>
                  </a:cubicBezTo>
                  <a:cubicBezTo>
                    <a:pt x="1221" y="9663"/>
                    <a:pt x="1290" y="0"/>
                    <a:pt x="1290" y="0"/>
                  </a:cubicBezTo>
                  <a:lnTo>
                    <a:pt x="1" y="5244"/>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34"/>
            <p:cNvSpPr/>
            <p:nvPr/>
          </p:nvSpPr>
          <p:spPr>
            <a:xfrm>
              <a:off x="1761200" y="2079500"/>
              <a:ext cx="84275" cy="271250"/>
            </a:xfrm>
            <a:custGeom>
              <a:avLst/>
              <a:gdLst/>
              <a:ahLst/>
              <a:cxnLst/>
              <a:rect l="l" t="t" r="r" b="b"/>
              <a:pathLst>
                <a:path w="3371" h="10850" extrusionOk="0">
                  <a:moveTo>
                    <a:pt x="1" y="0"/>
                  </a:moveTo>
                  <a:lnTo>
                    <a:pt x="87" y="8442"/>
                  </a:lnTo>
                  <a:lnTo>
                    <a:pt x="1032" y="568"/>
                  </a:lnTo>
                  <a:lnTo>
                    <a:pt x="1926" y="1066"/>
                  </a:lnTo>
                  <a:lnTo>
                    <a:pt x="3370" y="10849"/>
                  </a:lnTo>
                  <a:lnTo>
                    <a:pt x="3078" y="1703"/>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34"/>
            <p:cNvSpPr/>
            <p:nvPr/>
          </p:nvSpPr>
          <p:spPr>
            <a:xfrm>
              <a:off x="1526075" y="2254450"/>
              <a:ext cx="90300" cy="196450"/>
            </a:xfrm>
            <a:custGeom>
              <a:avLst/>
              <a:gdLst/>
              <a:ahLst/>
              <a:cxnLst/>
              <a:rect l="l" t="t" r="r" b="b"/>
              <a:pathLst>
                <a:path w="3612" h="7858" extrusionOk="0">
                  <a:moveTo>
                    <a:pt x="2219" y="0"/>
                  </a:moveTo>
                  <a:lnTo>
                    <a:pt x="3611" y="7857"/>
                  </a:lnTo>
                  <a:lnTo>
                    <a:pt x="1" y="4144"/>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34"/>
            <p:cNvSpPr/>
            <p:nvPr/>
          </p:nvSpPr>
          <p:spPr>
            <a:xfrm>
              <a:off x="1738425" y="2290550"/>
              <a:ext cx="107050" cy="165500"/>
            </a:xfrm>
            <a:custGeom>
              <a:avLst/>
              <a:gdLst/>
              <a:ahLst/>
              <a:cxnLst/>
              <a:rect l="l" t="t" r="r" b="b"/>
              <a:pathLst>
                <a:path w="4282" h="6620" extrusionOk="0">
                  <a:moveTo>
                    <a:pt x="0" y="6620"/>
                  </a:moveTo>
                  <a:lnTo>
                    <a:pt x="998" y="0"/>
                  </a:lnTo>
                  <a:lnTo>
                    <a:pt x="4281" y="2407"/>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34"/>
            <p:cNvSpPr/>
            <p:nvPr/>
          </p:nvSpPr>
          <p:spPr>
            <a:xfrm>
              <a:off x="1738425" y="2350725"/>
              <a:ext cx="145300" cy="178400"/>
            </a:xfrm>
            <a:custGeom>
              <a:avLst/>
              <a:gdLst/>
              <a:ahLst/>
              <a:cxnLst/>
              <a:rect l="l" t="t" r="r" b="b"/>
              <a:pathLst>
                <a:path w="5812" h="7136" extrusionOk="0">
                  <a:moveTo>
                    <a:pt x="998" y="7135"/>
                  </a:moveTo>
                  <a:lnTo>
                    <a:pt x="5812" y="2167"/>
                  </a:lnTo>
                  <a:lnTo>
                    <a:pt x="4281" y="0"/>
                  </a:lnTo>
                  <a:lnTo>
                    <a:pt x="0" y="4213"/>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34"/>
            <p:cNvSpPr/>
            <p:nvPr/>
          </p:nvSpPr>
          <p:spPr>
            <a:xfrm>
              <a:off x="1832125" y="2404875"/>
              <a:ext cx="61500" cy="172825"/>
            </a:xfrm>
            <a:custGeom>
              <a:avLst/>
              <a:gdLst/>
              <a:ahLst/>
              <a:cxnLst/>
              <a:rect l="l" t="t" r="r" b="b"/>
              <a:pathLst>
                <a:path w="2460" h="6913" extrusionOk="0">
                  <a:moveTo>
                    <a:pt x="1221" y="6912"/>
                  </a:moveTo>
                  <a:lnTo>
                    <a:pt x="2459" y="5657"/>
                  </a:lnTo>
                  <a:lnTo>
                    <a:pt x="2064" y="1"/>
                  </a:lnTo>
                  <a:lnTo>
                    <a:pt x="0" y="6328"/>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34"/>
            <p:cNvSpPr/>
            <p:nvPr/>
          </p:nvSpPr>
          <p:spPr>
            <a:xfrm>
              <a:off x="1763350" y="2404875"/>
              <a:ext cx="120375" cy="158200"/>
            </a:xfrm>
            <a:custGeom>
              <a:avLst/>
              <a:gdLst/>
              <a:ahLst/>
              <a:cxnLst/>
              <a:rect l="l" t="t" r="r" b="b"/>
              <a:pathLst>
                <a:path w="4815" h="6328" extrusionOk="0">
                  <a:moveTo>
                    <a:pt x="2751" y="6328"/>
                  </a:moveTo>
                  <a:lnTo>
                    <a:pt x="1" y="4969"/>
                  </a:lnTo>
                  <a:lnTo>
                    <a:pt x="4815" y="1"/>
                  </a:lnTo>
                  <a:close/>
                </a:path>
              </a:pathLst>
            </a:custGeom>
            <a:solidFill>
              <a:srgbClr val="B7E8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34"/>
            <p:cNvSpPr/>
            <p:nvPr/>
          </p:nvSpPr>
          <p:spPr>
            <a:xfrm>
              <a:off x="1862650" y="2546300"/>
              <a:ext cx="98450" cy="31400"/>
            </a:xfrm>
            <a:custGeom>
              <a:avLst/>
              <a:gdLst/>
              <a:ahLst/>
              <a:cxnLst/>
              <a:rect l="l" t="t" r="r" b="b"/>
              <a:pathLst>
                <a:path w="3938" h="1256" extrusionOk="0">
                  <a:moveTo>
                    <a:pt x="0" y="1255"/>
                  </a:moveTo>
                  <a:lnTo>
                    <a:pt x="3937" y="774"/>
                  </a:lnTo>
                  <a:lnTo>
                    <a:pt x="123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34"/>
            <p:cNvSpPr/>
            <p:nvPr/>
          </p:nvSpPr>
          <p:spPr>
            <a:xfrm>
              <a:off x="1616350" y="2416050"/>
              <a:ext cx="122100" cy="40000"/>
            </a:xfrm>
            <a:custGeom>
              <a:avLst/>
              <a:gdLst/>
              <a:ahLst/>
              <a:cxnLst/>
              <a:rect l="l" t="t" r="r" b="b"/>
              <a:pathLst>
                <a:path w="4884" h="1600" extrusionOk="0">
                  <a:moveTo>
                    <a:pt x="0" y="1393"/>
                  </a:moveTo>
                  <a:lnTo>
                    <a:pt x="2511" y="1"/>
                  </a:lnTo>
                  <a:lnTo>
                    <a:pt x="4883" y="1600"/>
                  </a:lnTo>
                  <a:close/>
                </a:path>
              </a:pathLst>
            </a:custGeom>
            <a:solidFill>
              <a:srgbClr val="B7E8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34"/>
            <p:cNvSpPr/>
            <p:nvPr/>
          </p:nvSpPr>
          <p:spPr>
            <a:xfrm>
              <a:off x="1463325" y="2603450"/>
              <a:ext cx="516675" cy="523575"/>
            </a:xfrm>
            <a:custGeom>
              <a:avLst/>
              <a:gdLst/>
              <a:ahLst/>
              <a:cxnLst/>
              <a:rect l="l" t="t" r="r" b="b"/>
              <a:pathLst>
                <a:path w="20667" h="20943" extrusionOk="0">
                  <a:moveTo>
                    <a:pt x="757" y="1514"/>
                  </a:moveTo>
                  <a:lnTo>
                    <a:pt x="3439" y="2270"/>
                  </a:lnTo>
                  <a:lnTo>
                    <a:pt x="3852" y="7927"/>
                  </a:lnTo>
                  <a:lnTo>
                    <a:pt x="5365" y="10093"/>
                  </a:lnTo>
                  <a:lnTo>
                    <a:pt x="5657" y="19257"/>
                  </a:lnTo>
                  <a:lnTo>
                    <a:pt x="6826" y="19893"/>
                  </a:lnTo>
                  <a:lnTo>
                    <a:pt x="6826" y="19893"/>
                  </a:lnTo>
                  <a:lnTo>
                    <a:pt x="7720" y="20375"/>
                  </a:lnTo>
                  <a:lnTo>
                    <a:pt x="7720" y="20375"/>
                  </a:lnTo>
                  <a:lnTo>
                    <a:pt x="8752" y="20942"/>
                  </a:lnTo>
                  <a:lnTo>
                    <a:pt x="11383" y="18913"/>
                  </a:lnTo>
                  <a:lnTo>
                    <a:pt x="12672" y="13652"/>
                  </a:lnTo>
                  <a:lnTo>
                    <a:pt x="15939" y="13944"/>
                  </a:lnTo>
                  <a:lnTo>
                    <a:pt x="18157" y="9801"/>
                  </a:lnTo>
                  <a:lnTo>
                    <a:pt x="17211" y="2683"/>
                  </a:lnTo>
                  <a:lnTo>
                    <a:pt x="19154" y="1514"/>
                  </a:lnTo>
                  <a:lnTo>
                    <a:pt x="20667" y="1"/>
                  </a:lnTo>
                  <a:lnTo>
                    <a:pt x="14099" y="1"/>
                  </a:lnTo>
                  <a:lnTo>
                    <a:pt x="6654" y="1"/>
                  </a:lnTo>
                  <a:lnTo>
                    <a:pt x="4437" y="1"/>
                  </a:lnTo>
                  <a:lnTo>
                    <a:pt x="1" y="1"/>
                  </a:lnTo>
                  <a:close/>
                </a:path>
              </a:pathLst>
            </a:custGeom>
            <a:solidFill>
              <a:srgbClr val="36A3D2">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73" name="Google Shape;1273;p34"/>
          <p:cNvGrpSpPr/>
          <p:nvPr/>
        </p:nvGrpSpPr>
        <p:grpSpPr>
          <a:xfrm>
            <a:off x="8559023" y="2784639"/>
            <a:ext cx="2959976" cy="3546134"/>
            <a:chOff x="6260362" y="1343303"/>
            <a:chExt cx="3262760" cy="3908878"/>
          </a:xfrm>
        </p:grpSpPr>
        <p:sp>
          <p:nvSpPr>
            <p:cNvPr id="1274" name="Google Shape;1274;p34"/>
            <p:cNvSpPr/>
            <p:nvPr/>
          </p:nvSpPr>
          <p:spPr>
            <a:xfrm>
              <a:off x="6260362" y="3282812"/>
              <a:ext cx="3262760" cy="1969369"/>
            </a:xfrm>
            <a:custGeom>
              <a:avLst/>
              <a:gdLst/>
              <a:ahLst/>
              <a:cxnLst/>
              <a:rect l="l" t="t" r="r" b="b"/>
              <a:pathLst>
                <a:path w="45236" h="27304" extrusionOk="0">
                  <a:moveTo>
                    <a:pt x="29143" y="1"/>
                  </a:moveTo>
                  <a:lnTo>
                    <a:pt x="29109" y="121"/>
                  </a:lnTo>
                  <a:lnTo>
                    <a:pt x="8099" y="121"/>
                  </a:lnTo>
                  <a:cubicBezTo>
                    <a:pt x="7824" y="138"/>
                    <a:pt x="7291" y="172"/>
                    <a:pt x="7291" y="172"/>
                  </a:cubicBezTo>
                  <a:lnTo>
                    <a:pt x="654" y="172"/>
                  </a:lnTo>
                  <a:lnTo>
                    <a:pt x="1" y="138"/>
                  </a:lnTo>
                  <a:lnTo>
                    <a:pt x="620" y="2855"/>
                  </a:lnTo>
                  <a:lnTo>
                    <a:pt x="620" y="2837"/>
                  </a:lnTo>
                  <a:lnTo>
                    <a:pt x="1049" y="3078"/>
                  </a:lnTo>
                  <a:lnTo>
                    <a:pt x="3714" y="4471"/>
                  </a:lnTo>
                  <a:lnTo>
                    <a:pt x="4265" y="9130"/>
                  </a:lnTo>
                  <a:lnTo>
                    <a:pt x="4265" y="9147"/>
                  </a:lnTo>
                  <a:cubicBezTo>
                    <a:pt x="4282" y="9199"/>
                    <a:pt x="4299" y="9268"/>
                    <a:pt x="4316" y="9302"/>
                  </a:cubicBezTo>
                  <a:lnTo>
                    <a:pt x="4282" y="9182"/>
                  </a:lnTo>
                  <a:lnTo>
                    <a:pt x="5778" y="12397"/>
                  </a:lnTo>
                  <a:lnTo>
                    <a:pt x="5778" y="17967"/>
                  </a:lnTo>
                  <a:cubicBezTo>
                    <a:pt x="5778" y="17967"/>
                    <a:pt x="5778" y="17985"/>
                    <a:pt x="5795" y="18002"/>
                  </a:cubicBezTo>
                  <a:cubicBezTo>
                    <a:pt x="6035" y="18260"/>
                    <a:pt x="8219" y="19360"/>
                    <a:pt x="8632" y="19566"/>
                  </a:cubicBezTo>
                  <a:lnTo>
                    <a:pt x="8666" y="19601"/>
                  </a:lnTo>
                  <a:lnTo>
                    <a:pt x="8700" y="19601"/>
                  </a:lnTo>
                  <a:lnTo>
                    <a:pt x="8718" y="19704"/>
                  </a:lnTo>
                  <a:lnTo>
                    <a:pt x="8752" y="19807"/>
                  </a:lnTo>
                  <a:lnTo>
                    <a:pt x="8786" y="19876"/>
                  </a:lnTo>
                  <a:lnTo>
                    <a:pt x="8821" y="20013"/>
                  </a:lnTo>
                  <a:lnTo>
                    <a:pt x="8872" y="20168"/>
                  </a:lnTo>
                  <a:cubicBezTo>
                    <a:pt x="8941" y="20374"/>
                    <a:pt x="9010" y="20564"/>
                    <a:pt x="9044" y="20615"/>
                  </a:cubicBezTo>
                  <a:lnTo>
                    <a:pt x="9044" y="20649"/>
                  </a:lnTo>
                  <a:lnTo>
                    <a:pt x="10454" y="21182"/>
                  </a:lnTo>
                  <a:lnTo>
                    <a:pt x="11193" y="21475"/>
                  </a:lnTo>
                  <a:lnTo>
                    <a:pt x="11572" y="22334"/>
                  </a:lnTo>
                  <a:lnTo>
                    <a:pt x="13463" y="23486"/>
                  </a:lnTo>
                  <a:lnTo>
                    <a:pt x="13772" y="23418"/>
                  </a:lnTo>
                  <a:lnTo>
                    <a:pt x="15148" y="23108"/>
                  </a:lnTo>
                  <a:lnTo>
                    <a:pt x="15337" y="23847"/>
                  </a:lnTo>
                  <a:lnTo>
                    <a:pt x="15337" y="23865"/>
                  </a:lnTo>
                  <a:lnTo>
                    <a:pt x="15337" y="23882"/>
                  </a:lnTo>
                  <a:cubicBezTo>
                    <a:pt x="15354" y="23968"/>
                    <a:pt x="15371" y="24054"/>
                    <a:pt x="15388" y="24140"/>
                  </a:cubicBezTo>
                  <a:cubicBezTo>
                    <a:pt x="15406" y="24174"/>
                    <a:pt x="15406" y="24191"/>
                    <a:pt x="15423" y="24208"/>
                  </a:cubicBezTo>
                  <a:cubicBezTo>
                    <a:pt x="15423" y="24226"/>
                    <a:pt x="15423" y="24243"/>
                    <a:pt x="15440" y="24260"/>
                  </a:cubicBezTo>
                  <a:cubicBezTo>
                    <a:pt x="15440" y="24312"/>
                    <a:pt x="15457" y="24346"/>
                    <a:pt x="15474" y="24380"/>
                  </a:cubicBezTo>
                  <a:lnTo>
                    <a:pt x="15526" y="24552"/>
                  </a:lnTo>
                  <a:lnTo>
                    <a:pt x="17555" y="24982"/>
                  </a:lnTo>
                  <a:lnTo>
                    <a:pt x="17641" y="24999"/>
                  </a:lnTo>
                  <a:lnTo>
                    <a:pt x="17658" y="24999"/>
                  </a:lnTo>
                  <a:lnTo>
                    <a:pt x="19773" y="25481"/>
                  </a:lnTo>
                  <a:lnTo>
                    <a:pt x="23624" y="26650"/>
                  </a:lnTo>
                  <a:lnTo>
                    <a:pt x="25309" y="27149"/>
                  </a:lnTo>
                  <a:lnTo>
                    <a:pt x="25825" y="27303"/>
                  </a:lnTo>
                  <a:lnTo>
                    <a:pt x="26478" y="26753"/>
                  </a:lnTo>
                  <a:lnTo>
                    <a:pt x="27406" y="26839"/>
                  </a:lnTo>
                  <a:lnTo>
                    <a:pt x="28644" y="25773"/>
                  </a:lnTo>
                  <a:lnTo>
                    <a:pt x="30295" y="25997"/>
                  </a:lnTo>
                  <a:lnTo>
                    <a:pt x="30346" y="25928"/>
                  </a:lnTo>
                  <a:lnTo>
                    <a:pt x="30432" y="25825"/>
                  </a:lnTo>
                  <a:lnTo>
                    <a:pt x="30518" y="25739"/>
                  </a:lnTo>
                  <a:lnTo>
                    <a:pt x="31945" y="24140"/>
                  </a:lnTo>
                  <a:lnTo>
                    <a:pt x="32031" y="24037"/>
                  </a:lnTo>
                  <a:lnTo>
                    <a:pt x="32135" y="23916"/>
                  </a:lnTo>
                  <a:lnTo>
                    <a:pt x="32324" y="23710"/>
                  </a:lnTo>
                  <a:lnTo>
                    <a:pt x="32530" y="23486"/>
                  </a:lnTo>
                  <a:lnTo>
                    <a:pt x="32530" y="23469"/>
                  </a:lnTo>
                  <a:lnTo>
                    <a:pt x="34301" y="23108"/>
                  </a:lnTo>
                  <a:lnTo>
                    <a:pt x="34765" y="21612"/>
                  </a:lnTo>
                  <a:lnTo>
                    <a:pt x="35453" y="18999"/>
                  </a:lnTo>
                  <a:lnTo>
                    <a:pt x="35453" y="18965"/>
                  </a:lnTo>
                  <a:lnTo>
                    <a:pt x="35780" y="17795"/>
                  </a:lnTo>
                  <a:lnTo>
                    <a:pt x="37378" y="12053"/>
                  </a:lnTo>
                  <a:lnTo>
                    <a:pt x="38410" y="9715"/>
                  </a:lnTo>
                  <a:lnTo>
                    <a:pt x="41642" y="7015"/>
                  </a:lnTo>
                  <a:lnTo>
                    <a:pt x="42605" y="6207"/>
                  </a:lnTo>
                  <a:lnTo>
                    <a:pt x="44221" y="3783"/>
                  </a:lnTo>
                  <a:lnTo>
                    <a:pt x="44221" y="3766"/>
                  </a:lnTo>
                  <a:lnTo>
                    <a:pt x="44359" y="3198"/>
                  </a:lnTo>
                  <a:lnTo>
                    <a:pt x="45184" y="121"/>
                  </a:lnTo>
                  <a:lnTo>
                    <a:pt x="45236" y="121"/>
                  </a:lnTo>
                  <a:lnTo>
                    <a:pt x="45184" y="104"/>
                  </a:lnTo>
                  <a:lnTo>
                    <a:pt x="44943" y="104"/>
                  </a:lnTo>
                  <a:cubicBezTo>
                    <a:pt x="44857" y="104"/>
                    <a:pt x="44789" y="121"/>
                    <a:pt x="44720" y="121"/>
                  </a:cubicBezTo>
                  <a:lnTo>
                    <a:pt x="42003" y="121"/>
                  </a:lnTo>
                  <a:lnTo>
                    <a:pt x="41299" y="104"/>
                  </a:lnTo>
                  <a:lnTo>
                    <a:pt x="40439" y="104"/>
                  </a:lnTo>
                  <a:cubicBezTo>
                    <a:pt x="40404" y="104"/>
                    <a:pt x="40353" y="86"/>
                    <a:pt x="40318" y="86"/>
                  </a:cubicBezTo>
                  <a:lnTo>
                    <a:pt x="38771" y="86"/>
                  </a:lnTo>
                  <a:cubicBezTo>
                    <a:pt x="38651" y="69"/>
                    <a:pt x="38548" y="69"/>
                    <a:pt x="38444" y="69"/>
                  </a:cubicBezTo>
                  <a:lnTo>
                    <a:pt x="37293" y="69"/>
                  </a:lnTo>
                  <a:cubicBezTo>
                    <a:pt x="37000" y="69"/>
                    <a:pt x="36845" y="52"/>
                    <a:pt x="36845" y="52"/>
                  </a:cubicBezTo>
                  <a:cubicBezTo>
                    <a:pt x="36845" y="52"/>
                    <a:pt x="36622" y="69"/>
                    <a:pt x="36295" y="69"/>
                  </a:cubicBezTo>
                  <a:lnTo>
                    <a:pt x="33510" y="69"/>
                  </a:lnTo>
                  <a:lnTo>
                    <a:pt x="31739" y="86"/>
                  </a:lnTo>
                  <a:lnTo>
                    <a:pt x="30931" y="86"/>
                  </a:lnTo>
                  <a:cubicBezTo>
                    <a:pt x="30897" y="69"/>
                    <a:pt x="30862" y="69"/>
                    <a:pt x="30811" y="69"/>
                  </a:cubicBezTo>
                  <a:lnTo>
                    <a:pt x="30690" y="69"/>
                  </a:lnTo>
                  <a:cubicBezTo>
                    <a:pt x="30536" y="52"/>
                    <a:pt x="30346" y="52"/>
                    <a:pt x="30140" y="52"/>
                  </a:cubicBezTo>
                  <a:cubicBezTo>
                    <a:pt x="29848" y="35"/>
                    <a:pt x="29504" y="18"/>
                    <a:pt x="29143" y="1"/>
                  </a:cubicBezTo>
                  <a:close/>
                </a:path>
              </a:pathLst>
            </a:custGeom>
            <a:solidFill>
              <a:srgbClr val="36A3D2">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34"/>
            <p:cNvSpPr/>
            <p:nvPr/>
          </p:nvSpPr>
          <p:spPr>
            <a:xfrm>
              <a:off x="6260362" y="3044719"/>
              <a:ext cx="3261533" cy="269180"/>
            </a:xfrm>
            <a:custGeom>
              <a:avLst/>
              <a:gdLst/>
              <a:ahLst/>
              <a:cxnLst/>
              <a:rect l="l" t="t" r="r" b="b"/>
              <a:pathLst>
                <a:path w="45219" h="3732" extrusionOk="0">
                  <a:moveTo>
                    <a:pt x="45219" y="3525"/>
                  </a:moveTo>
                  <a:cubicBezTo>
                    <a:pt x="44531" y="3508"/>
                    <a:pt x="43860" y="3456"/>
                    <a:pt x="43293" y="3387"/>
                  </a:cubicBezTo>
                  <a:cubicBezTo>
                    <a:pt x="43276" y="3387"/>
                    <a:pt x="43259" y="3387"/>
                    <a:pt x="43259" y="3370"/>
                  </a:cubicBezTo>
                  <a:lnTo>
                    <a:pt x="43241" y="3370"/>
                  </a:lnTo>
                  <a:cubicBezTo>
                    <a:pt x="43069" y="3353"/>
                    <a:pt x="42897" y="3336"/>
                    <a:pt x="42743" y="3302"/>
                  </a:cubicBezTo>
                  <a:lnTo>
                    <a:pt x="42743" y="3302"/>
                  </a:lnTo>
                  <a:cubicBezTo>
                    <a:pt x="42743" y="3302"/>
                    <a:pt x="42743" y="3302"/>
                    <a:pt x="42743" y="3302"/>
                  </a:cubicBezTo>
                  <a:lnTo>
                    <a:pt x="42743" y="3302"/>
                  </a:lnTo>
                  <a:lnTo>
                    <a:pt x="42640" y="3302"/>
                  </a:lnTo>
                  <a:lnTo>
                    <a:pt x="42588" y="3302"/>
                  </a:lnTo>
                  <a:lnTo>
                    <a:pt x="42468" y="3319"/>
                  </a:lnTo>
                  <a:cubicBezTo>
                    <a:pt x="41746" y="3353"/>
                    <a:pt x="39992" y="3456"/>
                    <a:pt x="37963" y="3559"/>
                  </a:cubicBezTo>
                  <a:cubicBezTo>
                    <a:pt x="37688" y="3577"/>
                    <a:pt x="37413" y="3594"/>
                    <a:pt x="37138" y="3611"/>
                  </a:cubicBezTo>
                  <a:lnTo>
                    <a:pt x="16128" y="3611"/>
                  </a:lnTo>
                  <a:lnTo>
                    <a:pt x="16093" y="3731"/>
                  </a:lnTo>
                  <a:cubicBezTo>
                    <a:pt x="15732" y="3714"/>
                    <a:pt x="15406" y="3697"/>
                    <a:pt x="15113" y="3680"/>
                  </a:cubicBezTo>
                  <a:cubicBezTo>
                    <a:pt x="14890" y="3680"/>
                    <a:pt x="14701" y="3663"/>
                    <a:pt x="14546" y="3663"/>
                  </a:cubicBezTo>
                  <a:cubicBezTo>
                    <a:pt x="14512" y="3663"/>
                    <a:pt x="14460" y="3663"/>
                    <a:pt x="14426" y="3663"/>
                  </a:cubicBezTo>
                  <a:cubicBezTo>
                    <a:pt x="14374" y="3663"/>
                    <a:pt x="14340" y="3645"/>
                    <a:pt x="14305" y="3645"/>
                  </a:cubicBezTo>
                  <a:cubicBezTo>
                    <a:pt x="14202" y="3645"/>
                    <a:pt x="14133" y="3645"/>
                    <a:pt x="14082" y="3645"/>
                  </a:cubicBezTo>
                  <a:cubicBezTo>
                    <a:pt x="13927" y="3645"/>
                    <a:pt x="13738" y="3645"/>
                    <a:pt x="13497" y="3645"/>
                  </a:cubicBezTo>
                  <a:lnTo>
                    <a:pt x="13497" y="3645"/>
                  </a:lnTo>
                  <a:lnTo>
                    <a:pt x="11726" y="3663"/>
                  </a:lnTo>
                  <a:lnTo>
                    <a:pt x="10832" y="3663"/>
                  </a:lnTo>
                  <a:lnTo>
                    <a:pt x="10643" y="3663"/>
                  </a:lnTo>
                  <a:lnTo>
                    <a:pt x="10196" y="3663"/>
                  </a:lnTo>
                  <a:lnTo>
                    <a:pt x="10127" y="3663"/>
                  </a:lnTo>
                  <a:cubicBezTo>
                    <a:pt x="9973" y="3663"/>
                    <a:pt x="9818" y="3663"/>
                    <a:pt x="9646" y="3663"/>
                  </a:cubicBezTo>
                  <a:lnTo>
                    <a:pt x="9594" y="3663"/>
                  </a:lnTo>
                  <a:cubicBezTo>
                    <a:pt x="9354" y="3663"/>
                    <a:pt x="9130" y="3663"/>
                    <a:pt x="8941" y="3663"/>
                  </a:cubicBezTo>
                  <a:cubicBezTo>
                    <a:pt x="8614" y="3663"/>
                    <a:pt x="8391" y="3663"/>
                    <a:pt x="8391" y="3663"/>
                  </a:cubicBezTo>
                  <a:cubicBezTo>
                    <a:pt x="8391" y="3663"/>
                    <a:pt x="8236" y="3663"/>
                    <a:pt x="7944" y="3663"/>
                  </a:cubicBezTo>
                  <a:cubicBezTo>
                    <a:pt x="7858" y="3663"/>
                    <a:pt x="7755" y="3663"/>
                    <a:pt x="7634" y="3663"/>
                  </a:cubicBezTo>
                  <a:cubicBezTo>
                    <a:pt x="7600" y="3663"/>
                    <a:pt x="7566" y="3663"/>
                    <a:pt x="7514" y="3663"/>
                  </a:cubicBezTo>
                  <a:lnTo>
                    <a:pt x="7428" y="3663"/>
                  </a:lnTo>
                  <a:cubicBezTo>
                    <a:pt x="7359" y="3663"/>
                    <a:pt x="7291" y="3663"/>
                    <a:pt x="7205" y="3663"/>
                  </a:cubicBezTo>
                  <a:cubicBezTo>
                    <a:pt x="7084" y="3663"/>
                    <a:pt x="6929" y="3663"/>
                    <a:pt x="6792" y="3645"/>
                  </a:cubicBezTo>
                  <a:cubicBezTo>
                    <a:pt x="6689" y="3645"/>
                    <a:pt x="6586" y="3645"/>
                    <a:pt x="6465" y="3645"/>
                  </a:cubicBezTo>
                  <a:cubicBezTo>
                    <a:pt x="6448" y="3645"/>
                    <a:pt x="6431" y="3645"/>
                    <a:pt x="6396" y="3645"/>
                  </a:cubicBezTo>
                  <a:cubicBezTo>
                    <a:pt x="6259" y="3645"/>
                    <a:pt x="6087" y="3645"/>
                    <a:pt x="5932" y="3645"/>
                  </a:cubicBezTo>
                  <a:cubicBezTo>
                    <a:pt x="5760" y="3645"/>
                    <a:pt x="5571" y="3645"/>
                    <a:pt x="5399" y="3645"/>
                  </a:cubicBezTo>
                  <a:cubicBezTo>
                    <a:pt x="5279" y="3645"/>
                    <a:pt x="5176" y="3628"/>
                    <a:pt x="5055" y="3628"/>
                  </a:cubicBezTo>
                  <a:cubicBezTo>
                    <a:pt x="5004" y="3628"/>
                    <a:pt x="4969" y="3628"/>
                    <a:pt x="4918" y="3628"/>
                  </a:cubicBezTo>
                  <a:cubicBezTo>
                    <a:pt x="4883" y="3628"/>
                    <a:pt x="4832" y="3628"/>
                    <a:pt x="4798" y="3628"/>
                  </a:cubicBezTo>
                  <a:cubicBezTo>
                    <a:pt x="4712" y="3628"/>
                    <a:pt x="4643" y="3628"/>
                    <a:pt x="4557" y="3628"/>
                  </a:cubicBezTo>
                  <a:cubicBezTo>
                    <a:pt x="4488" y="3628"/>
                    <a:pt x="4419" y="3628"/>
                    <a:pt x="4351" y="3628"/>
                  </a:cubicBezTo>
                  <a:lnTo>
                    <a:pt x="4144" y="3628"/>
                  </a:lnTo>
                  <a:lnTo>
                    <a:pt x="4093" y="3628"/>
                  </a:lnTo>
                  <a:lnTo>
                    <a:pt x="3938" y="3628"/>
                  </a:lnTo>
                  <a:lnTo>
                    <a:pt x="3233" y="3611"/>
                  </a:lnTo>
                  <a:lnTo>
                    <a:pt x="516" y="3611"/>
                  </a:lnTo>
                  <a:cubicBezTo>
                    <a:pt x="448" y="3611"/>
                    <a:pt x="379" y="3611"/>
                    <a:pt x="293" y="3628"/>
                  </a:cubicBezTo>
                  <a:cubicBezTo>
                    <a:pt x="241" y="3628"/>
                    <a:pt x="173" y="3628"/>
                    <a:pt x="104" y="3628"/>
                  </a:cubicBezTo>
                  <a:lnTo>
                    <a:pt x="104" y="3628"/>
                  </a:lnTo>
                  <a:cubicBezTo>
                    <a:pt x="87" y="3628"/>
                    <a:pt x="69" y="3628"/>
                    <a:pt x="52" y="3628"/>
                  </a:cubicBezTo>
                  <a:lnTo>
                    <a:pt x="52" y="3628"/>
                  </a:lnTo>
                  <a:lnTo>
                    <a:pt x="1" y="3611"/>
                  </a:lnTo>
                  <a:cubicBezTo>
                    <a:pt x="18" y="3611"/>
                    <a:pt x="35" y="3611"/>
                    <a:pt x="52" y="3611"/>
                  </a:cubicBezTo>
                  <a:lnTo>
                    <a:pt x="52" y="3611"/>
                  </a:lnTo>
                  <a:lnTo>
                    <a:pt x="877" y="533"/>
                  </a:lnTo>
                  <a:lnTo>
                    <a:pt x="3078" y="533"/>
                  </a:lnTo>
                  <a:cubicBezTo>
                    <a:pt x="3078" y="533"/>
                    <a:pt x="3199" y="533"/>
                    <a:pt x="3388" y="516"/>
                  </a:cubicBezTo>
                  <a:lnTo>
                    <a:pt x="3422" y="516"/>
                  </a:lnTo>
                  <a:cubicBezTo>
                    <a:pt x="4402" y="499"/>
                    <a:pt x="7170" y="482"/>
                    <a:pt x="8099" y="465"/>
                  </a:cubicBezTo>
                  <a:cubicBezTo>
                    <a:pt x="8288" y="465"/>
                    <a:pt x="8391" y="465"/>
                    <a:pt x="8391" y="465"/>
                  </a:cubicBezTo>
                  <a:cubicBezTo>
                    <a:pt x="8391" y="465"/>
                    <a:pt x="9543" y="465"/>
                    <a:pt x="10488" y="482"/>
                  </a:cubicBezTo>
                  <a:lnTo>
                    <a:pt x="10678" y="482"/>
                  </a:lnTo>
                  <a:cubicBezTo>
                    <a:pt x="11365" y="482"/>
                    <a:pt x="12087" y="482"/>
                    <a:pt x="12724" y="482"/>
                  </a:cubicBezTo>
                  <a:cubicBezTo>
                    <a:pt x="12861" y="499"/>
                    <a:pt x="12999" y="499"/>
                    <a:pt x="13119" y="499"/>
                  </a:cubicBezTo>
                  <a:lnTo>
                    <a:pt x="13343" y="499"/>
                  </a:lnTo>
                  <a:cubicBezTo>
                    <a:pt x="13497" y="499"/>
                    <a:pt x="13635" y="499"/>
                    <a:pt x="13772" y="482"/>
                  </a:cubicBezTo>
                  <a:cubicBezTo>
                    <a:pt x="13893" y="482"/>
                    <a:pt x="13996" y="482"/>
                    <a:pt x="14065" y="482"/>
                  </a:cubicBezTo>
                  <a:cubicBezTo>
                    <a:pt x="14443" y="482"/>
                    <a:pt x="15612" y="413"/>
                    <a:pt x="17005" y="362"/>
                  </a:cubicBezTo>
                  <a:cubicBezTo>
                    <a:pt x="17761" y="310"/>
                    <a:pt x="18586" y="276"/>
                    <a:pt x="19360" y="224"/>
                  </a:cubicBezTo>
                  <a:cubicBezTo>
                    <a:pt x="21320" y="138"/>
                    <a:pt x="23074" y="35"/>
                    <a:pt x="23074" y="35"/>
                  </a:cubicBezTo>
                  <a:cubicBezTo>
                    <a:pt x="23074" y="35"/>
                    <a:pt x="25360" y="0"/>
                    <a:pt x="26908" y="0"/>
                  </a:cubicBezTo>
                  <a:cubicBezTo>
                    <a:pt x="27406" y="18"/>
                    <a:pt x="27819" y="18"/>
                    <a:pt x="28060" y="35"/>
                  </a:cubicBezTo>
                  <a:cubicBezTo>
                    <a:pt x="28077" y="35"/>
                    <a:pt x="28111" y="35"/>
                    <a:pt x="28146" y="35"/>
                  </a:cubicBezTo>
                  <a:cubicBezTo>
                    <a:pt x="28507" y="69"/>
                    <a:pt x="29573" y="121"/>
                    <a:pt x="30965" y="207"/>
                  </a:cubicBezTo>
                  <a:cubicBezTo>
                    <a:pt x="32461" y="293"/>
                    <a:pt x="34318" y="396"/>
                    <a:pt x="36123" y="482"/>
                  </a:cubicBezTo>
                  <a:cubicBezTo>
                    <a:pt x="38565" y="619"/>
                    <a:pt x="40903" y="740"/>
                    <a:pt x="42003" y="809"/>
                  </a:cubicBezTo>
                  <a:cubicBezTo>
                    <a:pt x="42330" y="826"/>
                    <a:pt x="42554" y="826"/>
                    <a:pt x="42622" y="843"/>
                  </a:cubicBezTo>
                  <a:cubicBezTo>
                    <a:pt x="42640" y="843"/>
                    <a:pt x="42657" y="843"/>
                    <a:pt x="42657" y="843"/>
                  </a:cubicBezTo>
                  <a:cubicBezTo>
                    <a:pt x="43087" y="757"/>
                    <a:pt x="43602" y="705"/>
                    <a:pt x="44170" y="654"/>
                  </a:cubicBezTo>
                  <a:lnTo>
                    <a:pt x="44617" y="894"/>
                  </a:lnTo>
                  <a:lnTo>
                    <a:pt x="45219" y="3542"/>
                  </a:lnTo>
                  <a:close/>
                </a:path>
              </a:pathLst>
            </a:custGeom>
            <a:solidFill>
              <a:srgbClr val="82C1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34"/>
            <p:cNvSpPr/>
            <p:nvPr/>
          </p:nvSpPr>
          <p:spPr>
            <a:xfrm>
              <a:off x="6336024" y="3033539"/>
              <a:ext cx="72" cy="1298"/>
            </a:xfrm>
            <a:custGeom>
              <a:avLst/>
              <a:gdLst/>
              <a:ahLst/>
              <a:cxnLst/>
              <a:rect l="l" t="t" r="r" b="b"/>
              <a:pathLst>
                <a:path w="1" h="18" extrusionOk="0">
                  <a:moveTo>
                    <a:pt x="0" y="1"/>
                  </a:moveTo>
                  <a:lnTo>
                    <a:pt x="0" y="1"/>
                  </a:lnTo>
                  <a:lnTo>
                    <a:pt x="0" y="18"/>
                  </a:lnTo>
                  <a:lnTo>
                    <a:pt x="0" y="18"/>
                  </a:lnTo>
                  <a:close/>
                </a:path>
              </a:pathLst>
            </a:custGeom>
            <a:solidFill>
              <a:srgbClr val="B7E8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34"/>
            <p:cNvSpPr/>
            <p:nvPr/>
          </p:nvSpPr>
          <p:spPr>
            <a:xfrm>
              <a:off x="6265339" y="1343303"/>
              <a:ext cx="3256557" cy="1970595"/>
            </a:xfrm>
            <a:custGeom>
              <a:avLst/>
              <a:gdLst/>
              <a:ahLst/>
              <a:cxnLst/>
              <a:rect l="l" t="t" r="r" b="b"/>
              <a:pathLst>
                <a:path w="45150" h="27321" extrusionOk="0">
                  <a:moveTo>
                    <a:pt x="45146" y="27114"/>
                  </a:moveTo>
                  <a:lnTo>
                    <a:pt x="45150" y="27131"/>
                  </a:lnTo>
                  <a:lnTo>
                    <a:pt x="45150" y="27114"/>
                  </a:lnTo>
                  <a:cubicBezTo>
                    <a:pt x="45148" y="27114"/>
                    <a:pt x="45147" y="27114"/>
                    <a:pt x="45146" y="27114"/>
                  </a:cubicBezTo>
                  <a:close/>
                  <a:moveTo>
                    <a:pt x="19360" y="0"/>
                  </a:moveTo>
                  <a:lnTo>
                    <a:pt x="18689" y="568"/>
                  </a:lnTo>
                  <a:lnTo>
                    <a:pt x="17778" y="482"/>
                  </a:lnTo>
                  <a:lnTo>
                    <a:pt x="16523" y="1531"/>
                  </a:lnTo>
                  <a:lnTo>
                    <a:pt x="14872" y="1324"/>
                  </a:lnTo>
                  <a:lnTo>
                    <a:pt x="14821" y="1393"/>
                  </a:lnTo>
                  <a:lnTo>
                    <a:pt x="14735" y="1479"/>
                  </a:lnTo>
                  <a:lnTo>
                    <a:pt x="14649" y="1582"/>
                  </a:lnTo>
                  <a:lnTo>
                    <a:pt x="13222" y="3181"/>
                  </a:lnTo>
                  <a:lnTo>
                    <a:pt x="13136" y="3284"/>
                  </a:lnTo>
                  <a:lnTo>
                    <a:pt x="13033" y="3388"/>
                  </a:lnTo>
                  <a:lnTo>
                    <a:pt x="12844" y="3611"/>
                  </a:lnTo>
                  <a:lnTo>
                    <a:pt x="12637" y="3835"/>
                  </a:lnTo>
                  <a:lnTo>
                    <a:pt x="10866" y="4196"/>
                  </a:lnTo>
                  <a:lnTo>
                    <a:pt x="10402" y="5709"/>
                  </a:lnTo>
                  <a:lnTo>
                    <a:pt x="9732" y="8322"/>
                  </a:lnTo>
                  <a:lnTo>
                    <a:pt x="9715" y="8339"/>
                  </a:lnTo>
                  <a:lnTo>
                    <a:pt x="9405" y="9525"/>
                  </a:lnTo>
                  <a:lnTo>
                    <a:pt x="7806" y="15268"/>
                  </a:lnTo>
                  <a:lnTo>
                    <a:pt x="6757" y="17606"/>
                  </a:lnTo>
                  <a:lnTo>
                    <a:pt x="3525" y="20306"/>
                  </a:lnTo>
                  <a:lnTo>
                    <a:pt x="2562" y="21114"/>
                  </a:lnTo>
                  <a:lnTo>
                    <a:pt x="963" y="23538"/>
                  </a:lnTo>
                  <a:lnTo>
                    <a:pt x="963" y="23555"/>
                  </a:lnTo>
                  <a:lnTo>
                    <a:pt x="808" y="24122"/>
                  </a:lnTo>
                  <a:lnTo>
                    <a:pt x="0" y="27200"/>
                  </a:lnTo>
                  <a:lnTo>
                    <a:pt x="3783" y="27200"/>
                  </a:lnTo>
                  <a:cubicBezTo>
                    <a:pt x="3817" y="27217"/>
                    <a:pt x="3852" y="27217"/>
                    <a:pt x="3869" y="27217"/>
                  </a:cubicBezTo>
                  <a:lnTo>
                    <a:pt x="5330" y="27217"/>
                  </a:lnTo>
                  <a:cubicBezTo>
                    <a:pt x="5519" y="27234"/>
                    <a:pt x="5691" y="27234"/>
                    <a:pt x="5863" y="27234"/>
                  </a:cubicBezTo>
                  <a:lnTo>
                    <a:pt x="6723" y="27234"/>
                  </a:lnTo>
                  <a:cubicBezTo>
                    <a:pt x="6878" y="27234"/>
                    <a:pt x="7015" y="27234"/>
                    <a:pt x="7153" y="27252"/>
                  </a:cubicBezTo>
                  <a:lnTo>
                    <a:pt x="10127" y="27252"/>
                  </a:lnTo>
                  <a:cubicBezTo>
                    <a:pt x="10230" y="27234"/>
                    <a:pt x="10333" y="27234"/>
                    <a:pt x="10437" y="27234"/>
                  </a:cubicBezTo>
                  <a:lnTo>
                    <a:pt x="11675" y="27234"/>
                  </a:lnTo>
                  <a:cubicBezTo>
                    <a:pt x="12259" y="27234"/>
                    <a:pt x="12809" y="27217"/>
                    <a:pt x="13274" y="27217"/>
                  </a:cubicBezTo>
                  <a:lnTo>
                    <a:pt x="13428" y="27217"/>
                  </a:lnTo>
                  <a:cubicBezTo>
                    <a:pt x="13669" y="27217"/>
                    <a:pt x="13858" y="27234"/>
                    <a:pt x="14013" y="27234"/>
                  </a:cubicBezTo>
                  <a:lnTo>
                    <a:pt x="14236" y="27234"/>
                  </a:lnTo>
                  <a:cubicBezTo>
                    <a:pt x="14271" y="27234"/>
                    <a:pt x="14305" y="27252"/>
                    <a:pt x="14357" y="27252"/>
                  </a:cubicBezTo>
                  <a:lnTo>
                    <a:pt x="14477" y="27252"/>
                  </a:lnTo>
                  <a:cubicBezTo>
                    <a:pt x="14632" y="27252"/>
                    <a:pt x="14821" y="27269"/>
                    <a:pt x="15027" y="27269"/>
                  </a:cubicBezTo>
                  <a:cubicBezTo>
                    <a:pt x="15319" y="27286"/>
                    <a:pt x="15663" y="27303"/>
                    <a:pt x="16024" y="27320"/>
                  </a:cubicBezTo>
                  <a:lnTo>
                    <a:pt x="16059" y="27183"/>
                  </a:lnTo>
                  <a:lnTo>
                    <a:pt x="37069" y="27183"/>
                  </a:lnTo>
                  <a:cubicBezTo>
                    <a:pt x="37344" y="27166"/>
                    <a:pt x="37636" y="27148"/>
                    <a:pt x="37911" y="27131"/>
                  </a:cubicBezTo>
                  <a:cubicBezTo>
                    <a:pt x="40353" y="26994"/>
                    <a:pt x="42330" y="26891"/>
                    <a:pt x="42571" y="26873"/>
                  </a:cubicBezTo>
                  <a:lnTo>
                    <a:pt x="42588" y="26873"/>
                  </a:lnTo>
                  <a:cubicBezTo>
                    <a:pt x="42622" y="26891"/>
                    <a:pt x="42639" y="26891"/>
                    <a:pt x="42674" y="26891"/>
                  </a:cubicBezTo>
                  <a:cubicBezTo>
                    <a:pt x="42828" y="26925"/>
                    <a:pt x="43000" y="26942"/>
                    <a:pt x="43172" y="26959"/>
                  </a:cubicBezTo>
                  <a:lnTo>
                    <a:pt x="43190" y="26959"/>
                  </a:lnTo>
                  <a:cubicBezTo>
                    <a:pt x="43190" y="26976"/>
                    <a:pt x="43207" y="26976"/>
                    <a:pt x="43224" y="26976"/>
                  </a:cubicBezTo>
                  <a:cubicBezTo>
                    <a:pt x="43790" y="27045"/>
                    <a:pt x="44459" y="27097"/>
                    <a:pt x="45146" y="27114"/>
                  </a:cubicBezTo>
                  <a:lnTo>
                    <a:pt x="45146" y="27114"/>
                  </a:lnTo>
                  <a:lnTo>
                    <a:pt x="44565" y="24483"/>
                  </a:lnTo>
                  <a:lnTo>
                    <a:pt x="44118" y="24243"/>
                  </a:lnTo>
                  <a:lnTo>
                    <a:pt x="41453" y="22850"/>
                  </a:lnTo>
                  <a:lnTo>
                    <a:pt x="40920" y="18191"/>
                  </a:lnTo>
                  <a:lnTo>
                    <a:pt x="40920" y="18174"/>
                  </a:lnTo>
                  <a:cubicBezTo>
                    <a:pt x="40903" y="18105"/>
                    <a:pt x="40886" y="18053"/>
                    <a:pt x="40868" y="18019"/>
                  </a:cubicBezTo>
                  <a:lnTo>
                    <a:pt x="40868" y="18019"/>
                  </a:lnTo>
                  <a:lnTo>
                    <a:pt x="40903" y="18139"/>
                  </a:lnTo>
                  <a:lnTo>
                    <a:pt x="39407" y="14924"/>
                  </a:lnTo>
                  <a:lnTo>
                    <a:pt x="39407" y="9354"/>
                  </a:lnTo>
                  <a:cubicBezTo>
                    <a:pt x="39407" y="9354"/>
                    <a:pt x="39390" y="9336"/>
                    <a:pt x="39390" y="9319"/>
                  </a:cubicBezTo>
                  <a:cubicBezTo>
                    <a:pt x="39149" y="9044"/>
                    <a:pt x="36966" y="7944"/>
                    <a:pt x="36553" y="7737"/>
                  </a:cubicBezTo>
                  <a:lnTo>
                    <a:pt x="36519" y="7720"/>
                  </a:lnTo>
                  <a:lnTo>
                    <a:pt x="36484" y="7703"/>
                  </a:lnTo>
                  <a:lnTo>
                    <a:pt x="36450" y="7617"/>
                  </a:lnTo>
                  <a:lnTo>
                    <a:pt x="36415" y="7514"/>
                  </a:lnTo>
                  <a:lnTo>
                    <a:pt x="36398" y="7445"/>
                  </a:lnTo>
                  <a:lnTo>
                    <a:pt x="36347" y="7308"/>
                  </a:lnTo>
                  <a:lnTo>
                    <a:pt x="36312" y="7153"/>
                  </a:lnTo>
                  <a:cubicBezTo>
                    <a:pt x="36244" y="6946"/>
                    <a:pt x="36175" y="6757"/>
                    <a:pt x="36140" y="6689"/>
                  </a:cubicBezTo>
                  <a:lnTo>
                    <a:pt x="36140" y="6671"/>
                  </a:lnTo>
                  <a:lnTo>
                    <a:pt x="34731" y="6138"/>
                  </a:lnTo>
                  <a:lnTo>
                    <a:pt x="33991" y="5846"/>
                  </a:lnTo>
                  <a:lnTo>
                    <a:pt x="33613" y="4986"/>
                  </a:lnTo>
                  <a:lnTo>
                    <a:pt x="31533" y="4694"/>
                  </a:lnTo>
                  <a:lnTo>
                    <a:pt x="31361" y="4660"/>
                  </a:lnTo>
                  <a:lnTo>
                    <a:pt x="30037" y="4247"/>
                  </a:lnTo>
                  <a:lnTo>
                    <a:pt x="29882" y="4196"/>
                  </a:lnTo>
                  <a:cubicBezTo>
                    <a:pt x="29882" y="4196"/>
                    <a:pt x="29882" y="3817"/>
                    <a:pt x="29830" y="3456"/>
                  </a:cubicBezTo>
                  <a:lnTo>
                    <a:pt x="29830" y="3439"/>
                  </a:lnTo>
                  <a:cubicBezTo>
                    <a:pt x="29830" y="3353"/>
                    <a:pt x="29813" y="3250"/>
                    <a:pt x="29779" y="3164"/>
                  </a:cubicBezTo>
                  <a:cubicBezTo>
                    <a:pt x="29779" y="3147"/>
                    <a:pt x="29779" y="3130"/>
                    <a:pt x="29762" y="3112"/>
                  </a:cubicBezTo>
                  <a:lnTo>
                    <a:pt x="29762" y="3095"/>
                  </a:lnTo>
                  <a:cubicBezTo>
                    <a:pt x="29762" y="3078"/>
                    <a:pt x="29745" y="3061"/>
                    <a:pt x="29745" y="3044"/>
                  </a:cubicBezTo>
                  <a:cubicBezTo>
                    <a:pt x="29727" y="3009"/>
                    <a:pt x="29710" y="2975"/>
                    <a:pt x="29693" y="2940"/>
                  </a:cubicBezTo>
                  <a:lnTo>
                    <a:pt x="29693" y="2923"/>
                  </a:lnTo>
                  <a:cubicBezTo>
                    <a:pt x="29641" y="2837"/>
                    <a:pt x="29590" y="2769"/>
                    <a:pt x="29504" y="2751"/>
                  </a:cubicBezTo>
                  <a:cubicBezTo>
                    <a:pt x="29160" y="2717"/>
                    <a:pt x="27974" y="2425"/>
                    <a:pt x="27630" y="2339"/>
                  </a:cubicBezTo>
                  <a:lnTo>
                    <a:pt x="27544" y="2322"/>
                  </a:lnTo>
                  <a:lnTo>
                    <a:pt x="27527" y="2304"/>
                  </a:lnTo>
                  <a:lnTo>
                    <a:pt x="25412" y="1840"/>
                  </a:lnTo>
                  <a:lnTo>
                    <a:pt x="21561" y="671"/>
                  </a:lnTo>
                  <a:lnTo>
                    <a:pt x="1936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34"/>
            <p:cNvSpPr/>
            <p:nvPr/>
          </p:nvSpPr>
          <p:spPr>
            <a:xfrm>
              <a:off x="6264113" y="2807852"/>
              <a:ext cx="255548" cy="497391"/>
            </a:xfrm>
            <a:custGeom>
              <a:avLst/>
              <a:gdLst/>
              <a:ahLst/>
              <a:cxnLst/>
              <a:rect l="l" t="t" r="r" b="b"/>
              <a:pathLst>
                <a:path w="3543" h="6896" extrusionOk="0">
                  <a:moveTo>
                    <a:pt x="3542" y="1"/>
                  </a:moveTo>
                  <a:lnTo>
                    <a:pt x="2579" y="791"/>
                  </a:lnTo>
                  <a:lnTo>
                    <a:pt x="963" y="3216"/>
                  </a:lnTo>
                  <a:lnTo>
                    <a:pt x="963" y="3250"/>
                  </a:lnTo>
                  <a:lnTo>
                    <a:pt x="825" y="3800"/>
                  </a:lnTo>
                  <a:lnTo>
                    <a:pt x="0" y="6895"/>
                  </a:lnTo>
                  <a:lnTo>
                    <a:pt x="3181" y="6895"/>
                  </a:lnTo>
                  <a:lnTo>
                    <a:pt x="3181" y="6878"/>
                  </a:lnTo>
                  <a:cubicBezTo>
                    <a:pt x="3215" y="6792"/>
                    <a:pt x="3301" y="5348"/>
                    <a:pt x="3370" y="3800"/>
                  </a:cubicBezTo>
                  <a:cubicBezTo>
                    <a:pt x="3439" y="2425"/>
                    <a:pt x="3508" y="981"/>
                    <a:pt x="3525" y="327"/>
                  </a:cubicBezTo>
                  <a:lnTo>
                    <a:pt x="3542" y="155"/>
                  </a:lnTo>
                  <a:lnTo>
                    <a:pt x="354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34"/>
            <p:cNvSpPr/>
            <p:nvPr/>
          </p:nvSpPr>
          <p:spPr>
            <a:xfrm>
              <a:off x="6797351" y="1437574"/>
              <a:ext cx="639915" cy="1871348"/>
            </a:xfrm>
            <a:custGeom>
              <a:avLst/>
              <a:gdLst/>
              <a:ahLst/>
              <a:cxnLst/>
              <a:rect l="l" t="t" r="r" b="b"/>
              <a:pathLst>
                <a:path w="8872" h="25945" extrusionOk="0">
                  <a:moveTo>
                    <a:pt x="7496" y="0"/>
                  </a:moveTo>
                  <a:lnTo>
                    <a:pt x="7445" y="69"/>
                  </a:lnTo>
                  <a:lnTo>
                    <a:pt x="7359" y="172"/>
                  </a:lnTo>
                  <a:lnTo>
                    <a:pt x="7273" y="258"/>
                  </a:lnTo>
                  <a:cubicBezTo>
                    <a:pt x="6895" y="705"/>
                    <a:pt x="6293" y="1376"/>
                    <a:pt x="5846" y="1857"/>
                  </a:cubicBezTo>
                  <a:lnTo>
                    <a:pt x="5760" y="1960"/>
                  </a:lnTo>
                  <a:lnTo>
                    <a:pt x="5657" y="2081"/>
                  </a:lnTo>
                  <a:lnTo>
                    <a:pt x="5468" y="2287"/>
                  </a:lnTo>
                  <a:lnTo>
                    <a:pt x="5261" y="2510"/>
                  </a:lnTo>
                  <a:lnTo>
                    <a:pt x="5261" y="2528"/>
                  </a:lnTo>
                  <a:lnTo>
                    <a:pt x="3490" y="2889"/>
                  </a:lnTo>
                  <a:lnTo>
                    <a:pt x="3026" y="4384"/>
                  </a:lnTo>
                  <a:lnTo>
                    <a:pt x="2356" y="6998"/>
                  </a:lnTo>
                  <a:lnTo>
                    <a:pt x="2339" y="7032"/>
                  </a:lnTo>
                  <a:lnTo>
                    <a:pt x="2012" y="8201"/>
                  </a:lnTo>
                  <a:lnTo>
                    <a:pt x="2029" y="8253"/>
                  </a:lnTo>
                  <a:lnTo>
                    <a:pt x="413" y="13944"/>
                  </a:lnTo>
                  <a:lnTo>
                    <a:pt x="0" y="18792"/>
                  </a:lnTo>
                  <a:lnTo>
                    <a:pt x="1806" y="14339"/>
                  </a:lnTo>
                  <a:lnTo>
                    <a:pt x="3250" y="21474"/>
                  </a:lnTo>
                  <a:lnTo>
                    <a:pt x="3233" y="22747"/>
                  </a:lnTo>
                  <a:lnTo>
                    <a:pt x="3215" y="25463"/>
                  </a:lnTo>
                  <a:lnTo>
                    <a:pt x="3198" y="25876"/>
                  </a:lnTo>
                  <a:lnTo>
                    <a:pt x="3198" y="25945"/>
                  </a:lnTo>
                  <a:lnTo>
                    <a:pt x="3387" y="25945"/>
                  </a:lnTo>
                  <a:cubicBezTo>
                    <a:pt x="3576" y="25945"/>
                    <a:pt x="3903" y="25927"/>
                    <a:pt x="4281" y="25927"/>
                  </a:cubicBezTo>
                  <a:lnTo>
                    <a:pt x="6052" y="25927"/>
                  </a:lnTo>
                  <a:lnTo>
                    <a:pt x="6052" y="25876"/>
                  </a:lnTo>
                  <a:lnTo>
                    <a:pt x="6327" y="22764"/>
                  </a:lnTo>
                  <a:lnTo>
                    <a:pt x="6757" y="17795"/>
                  </a:lnTo>
                  <a:lnTo>
                    <a:pt x="7926" y="16265"/>
                  </a:lnTo>
                  <a:cubicBezTo>
                    <a:pt x="7926" y="16265"/>
                    <a:pt x="8803" y="10419"/>
                    <a:pt x="8838" y="10007"/>
                  </a:cubicBezTo>
                  <a:cubicBezTo>
                    <a:pt x="8872" y="9611"/>
                    <a:pt x="7256" y="1823"/>
                    <a:pt x="7256" y="1823"/>
                  </a:cubicBezTo>
                  <a:lnTo>
                    <a:pt x="749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34"/>
            <p:cNvSpPr/>
            <p:nvPr/>
          </p:nvSpPr>
          <p:spPr>
            <a:xfrm>
              <a:off x="8193668" y="1509485"/>
              <a:ext cx="1153391" cy="1794460"/>
            </a:xfrm>
            <a:custGeom>
              <a:avLst/>
              <a:gdLst/>
              <a:ahLst/>
              <a:cxnLst/>
              <a:rect l="l" t="t" r="r" b="b"/>
              <a:pathLst>
                <a:path w="15991" h="24879" extrusionOk="0">
                  <a:moveTo>
                    <a:pt x="792" y="0"/>
                  </a:moveTo>
                  <a:lnTo>
                    <a:pt x="69" y="3129"/>
                  </a:lnTo>
                  <a:lnTo>
                    <a:pt x="18" y="14494"/>
                  </a:lnTo>
                  <a:lnTo>
                    <a:pt x="1" y="20976"/>
                  </a:lnTo>
                  <a:lnTo>
                    <a:pt x="104" y="21285"/>
                  </a:lnTo>
                  <a:lnTo>
                    <a:pt x="1325" y="24879"/>
                  </a:lnTo>
                  <a:lnTo>
                    <a:pt x="10334" y="24879"/>
                  </a:lnTo>
                  <a:cubicBezTo>
                    <a:pt x="10609" y="24879"/>
                    <a:pt x="10884" y="24862"/>
                    <a:pt x="11142" y="24844"/>
                  </a:cubicBezTo>
                  <a:cubicBezTo>
                    <a:pt x="13188" y="24724"/>
                    <a:pt x="14942" y="24638"/>
                    <a:pt x="15664" y="24604"/>
                  </a:cubicBezTo>
                  <a:lnTo>
                    <a:pt x="15784" y="24587"/>
                  </a:lnTo>
                  <a:lnTo>
                    <a:pt x="15990" y="24587"/>
                  </a:lnTo>
                  <a:lnTo>
                    <a:pt x="15199" y="22076"/>
                  </a:lnTo>
                  <a:lnTo>
                    <a:pt x="14718" y="20529"/>
                  </a:lnTo>
                  <a:lnTo>
                    <a:pt x="14168" y="15887"/>
                  </a:lnTo>
                  <a:lnTo>
                    <a:pt x="14168" y="15852"/>
                  </a:lnTo>
                  <a:cubicBezTo>
                    <a:pt x="14151" y="15801"/>
                    <a:pt x="14133" y="15749"/>
                    <a:pt x="14116" y="15698"/>
                  </a:cubicBezTo>
                  <a:lnTo>
                    <a:pt x="14116" y="15698"/>
                  </a:lnTo>
                  <a:lnTo>
                    <a:pt x="14151" y="15818"/>
                  </a:lnTo>
                  <a:lnTo>
                    <a:pt x="12655" y="12603"/>
                  </a:lnTo>
                  <a:lnTo>
                    <a:pt x="12655" y="8425"/>
                  </a:lnTo>
                  <a:lnTo>
                    <a:pt x="12655" y="8408"/>
                  </a:lnTo>
                  <a:lnTo>
                    <a:pt x="12638" y="8408"/>
                  </a:lnTo>
                  <a:lnTo>
                    <a:pt x="12638" y="8391"/>
                  </a:lnTo>
                  <a:cubicBezTo>
                    <a:pt x="12638" y="8391"/>
                    <a:pt x="12655" y="7239"/>
                    <a:pt x="12655" y="7050"/>
                  </a:cubicBezTo>
                  <a:cubicBezTo>
                    <a:pt x="12655" y="7032"/>
                    <a:pt x="12655" y="7015"/>
                    <a:pt x="12638" y="6998"/>
                  </a:cubicBezTo>
                  <a:cubicBezTo>
                    <a:pt x="12397" y="6740"/>
                    <a:pt x="10213" y="5640"/>
                    <a:pt x="9801" y="5433"/>
                  </a:cubicBezTo>
                  <a:lnTo>
                    <a:pt x="9766" y="5416"/>
                  </a:lnTo>
                  <a:lnTo>
                    <a:pt x="9749" y="5399"/>
                  </a:lnTo>
                  <a:lnTo>
                    <a:pt x="9715" y="5313"/>
                  </a:lnTo>
                  <a:lnTo>
                    <a:pt x="9680" y="5193"/>
                  </a:lnTo>
                  <a:lnTo>
                    <a:pt x="9663" y="5141"/>
                  </a:lnTo>
                  <a:lnTo>
                    <a:pt x="9612" y="4986"/>
                  </a:lnTo>
                  <a:lnTo>
                    <a:pt x="9560" y="4849"/>
                  </a:lnTo>
                  <a:cubicBezTo>
                    <a:pt x="9491" y="4642"/>
                    <a:pt x="9423" y="4436"/>
                    <a:pt x="9405" y="4385"/>
                  </a:cubicBezTo>
                  <a:lnTo>
                    <a:pt x="9388" y="4367"/>
                  </a:lnTo>
                  <a:lnTo>
                    <a:pt x="7996" y="3817"/>
                  </a:lnTo>
                  <a:lnTo>
                    <a:pt x="7239" y="3542"/>
                  </a:lnTo>
                  <a:lnTo>
                    <a:pt x="6861" y="2665"/>
                  </a:lnTo>
                  <a:lnTo>
                    <a:pt x="4970" y="1513"/>
                  </a:lnTo>
                  <a:lnTo>
                    <a:pt x="3285" y="1892"/>
                  </a:lnTo>
                  <a:lnTo>
                    <a:pt x="3095" y="1152"/>
                  </a:lnTo>
                  <a:lnTo>
                    <a:pt x="3095" y="1135"/>
                  </a:lnTo>
                  <a:lnTo>
                    <a:pt x="2958" y="636"/>
                  </a:lnTo>
                  <a:lnTo>
                    <a:pt x="2958" y="619"/>
                  </a:lnTo>
                  <a:lnTo>
                    <a:pt x="2924" y="447"/>
                  </a:lnTo>
                  <a:lnTo>
                    <a:pt x="878" y="18"/>
                  </a:lnTo>
                  <a:lnTo>
                    <a:pt x="80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34"/>
            <p:cNvSpPr/>
            <p:nvPr/>
          </p:nvSpPr>
          <p:spPr>
            <a:xfrm>
              <a:off x="6260362" y="3305171"/>
              <a:ext cx="6275" cy="72"/>
            </a:xfrm>
            <a:custGeom>
              <a:avLst/>
              <a:gdLst/>
              <a:ahLst/>
              <a:cxnLst/>
              <a:rect l="l" t="t" r="r" b="b"/>
              <a:pathLst>
                <a:path w="87" h="1" extrusionOk="0">
                  <a:moveTo>
                    <a:pt x="87" y="0"/>
                  </a:moveTo>
                  <a:lnTo>
                    <a:pt x="52" y="0"/>
                  </a:lnTo>
                  <a:lnTo>
                    <a:pt x="52" y="0"/>
                  </a:lnTo>
                  <a:lnTo>
                    <a:pt x="1" y="0"/>
                  </a:lnTo>
                  <a:cubicBezTo>
                    <a:pt x="18" y="0"/>
                    <a:pt x="35" y="0"/>
                    <a:pt x="69" y="0"/>
                  </a:cubicBezTo>
                  <a:lnTo>
                    <a:pt x="69" y="0"/>
                  </a:lnTo>
                  <a:lnTo>
                    <a:pt x="87" y="0"/>
                  </a:lnTo>
                  <a:close/>
                </a:path>
              </a:pathLst>
            </a:custGeom>
            <a:solidFill>
              <a:srgbClr val="45AB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34"/>
            <p:cNvSpPr/>
            <p:nvPr/>
          </p:nvSpPr>
          <p:spPr>
            <a:xfrm>
              <a:off x="6265339" y="3040968"/>
              <a:ext cx="68305" cy="264275"/>
            </a:xfrm>
            <a:custGeom>
              <a:avLst/>
              <a:gdLst/>
              <a:ahLst/>
              <a:cxnLst/>
              <a:rect l="l" t="t" r="r" b="b"/>
              <a:pathLst>
                <a:path w="947" h="3664" extrusionOk="0">
                  <a:moveTo>
                    <a:pt x="808" y="568"/>
                  </a:moveTo>
                  <a:lnTo>
                    <a:pt x="946" y="1"/>
                  </a:lnTo>
                  <a:lnTo>
                    <a:pt x="808" y="568"/>
                  </a:lnTo>
                  <a:lnTo>
                    <a:pt x="18" y="3646"/>
                  </a:lnTo>
                  <a:lnTo>
                    <a:pt x="18" y="3663"/>
                  </a:lnTo>
                  <a:lnTo>
                    <a:pt x="0" y="3646"/>
                  </a:lnTo>
                  <a:lnTo>
                    <a:pt x="0" y="3646"/>
                  </a:lnTo>
                  <a:lnTo>
                    <a:pt x="0" y="3646"/>
                  </a:lnTo>
                  <a:close/>
                </a:path>
              </a:pathLst>
            </a:custGeom>
            <a:solidFill>
              <a:srgbClr val="49B8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34"/>
            <p:cNvSpPr/>
            <p:nvPr/>
          </p:nvSpPr>
          <p:spPr>
            <a:xfrm>
              <a:off x="6336024" y="3033539"/>
              <a:ext cx="72" cy="1298"/>
            </a:xfrm>
            <a:custGeom>
              <a:avLst/>
              <a:gdLst/>
              <a:ahLst/>
              <a:cxnLst/>
              <a:rect l="l" t="t" r="r" b="b"/>
              <a:pathLst>
                <a:path w="1" h="18" extrusionOk="0">
                  <a:moveTo>
                    <a:pt x="0" y="1"/>
                  </a:moveTo>
                  <a:lnTo>
                    <a:pt x="0" y="1"/>
                  </a:lnTo>
                  <a:lnTo>
                    <a:pt x="0" y="18"/>
                  </a:lnTo>
                  <a:lnTo>
                    <a:pt x="0" y="18"/>
                  </a:lnTo>
                  <a:close/>
                </a:path>
              </a:pathLst>
            </a:custGeom>
            <a:solidFill>
              <a:srgbClr val="49B8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34"/>
            <p:cNvSpPr/>
            <p:nvPr/>
          </p:nvSpPr>
          <p:spPr>
            <a:xfrm>
              <a:off x="6519588" y="2611954"/>
              <a:ext cx="277835" cy="194744"/>
            </a:xfrm>
            <a:custGeom>
              <a:avLst/>
              <a:gdLst/>
              <a:ahLst/>
              <a:cxnLst/>
              <a:rect l="l" t="t" r="r" b="b"/>
              <a:pathLst>
                <a:path w="3852" h="2700" extrusionOk="0">
                  <a:moveTo>
                    <a:pt x="3232" y="0"/>
                  </a:moveTo>
                  <a:lnTo>
                    <a:pt x="0" y="2699"/>
                  </a:lnTo>
                  <a:lnTo>
                    <a:pt x="3851" y="2510"/>
                  </a:lnTo>
                  <a:lnTo>
                    <a:pt x="323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34"/>
            <p:cNvSpPr/>
            <p:nvPr/>
          </p:nvSpPr>
          <p:spPr>
            <a:xfrm>
              <a:off x="6493478" y="2792994"/>
              <a:ext cx="389489" cy="515928"/>
            </a:xfrm>
            <a:custGeom>
              <a:avLst/>
              <a:gdLst/>
              <a:ahLst/>
              <a:cxnLst/>
              <a:rect l="l" t="t" r="r" b="b"/>
              <a:pathLst>
                <a:path w="5400" h="7153" extrusionOk="0">
                  <a:moveTo>
                    <a:pt x="4213" y="0"/>
                  </a:moveTo>
                  <a:lnTo>
                    <a:pt x="362" y="207"/>
                  </a:lnTo>
                  <a:lnTo>
                    <a:pt x="362" y="378"/>
                  </a:lnTo>
                  <a:lnTo>
                    <a:pt x="345" y="550"/>
                  </a:lnTo>
                  <a:lnTo>
                    <a:pt x="156" y="4006"/>
                  </a:lnTo>
                  <a:lnTo>
                    <a:pt x="1" y="7101"/>
                  </a:lnTo>
                  <a:lnTo>
                    <a:pt x="861" y="7101"/>
                  </a:lnTo>
                  <a:lnTo>
                    <a:pt x="912" y="7118"/>
                  </a:lnTo>
                  <a:lnTo>
                    <a:pt x="2700" y="7118"/>
                  </a:lnTo>
                  <a:cubicBezTo>
                    <a:pt x="2872" y="7135"/>
                    <a:pt x="3027" y="7135"/>
                    <a:pt x="3182" y="7135"/>
                  </a:cubicBezTo>
                  <a:lnTo>
                    <a:pt x="5400" y="7153"/>
                  </a:lnTo>
                  <a:lnTo>
                    <a:pt x="5400" y="7135"/>
                  </a:lnTo>
                  <a:lnTo>
                    <a:pt x="5382" y="7101"/>
                  </a:lnTo>
                  <a:lnTo>
                    <a:pt x="5314" y="6706"/>
                  </a:lnTo>
                  <a:lnTo>
                    <a:pt x="4867" y="3955"/>
                  </a:lnTo>
                  <a:lnTo>
                    <a:pt x="421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34"/>
            <p:cNvSpPr/>
            <p:nvPr/>
          </p:nvSpPr>
          <p:spPr>
            <a:xfrm>
              <a:off x="6927542" y="2471810"/>
              <a:ext cx="357248" cy="514702"/>
            </a:xfrm>
            <a:custGeom>
              <a:avLst/>
              <a:gdLst/>
              <a:ahLst/>
              <a:cxnLst/>
              <a:rect l="l" t="t" r="r" b="b"/>
              <a:pathLst>
                <a:path w="4953" h="7136" extrusionOk="0">
                  <a:moveTo>
                    <a:pt x="1" y="0"/>
                  </a:moveTo>
                  <a:lnTo>
                    <a:pt x="1445" y="7135"/>
                  </a:lnTo>
                  <a:lnTo>
                    <a:pt x="4952" y="3456"/>
                  </a:lnTo>
                  <a:lnTo>
                    <a:pt x="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34"/>
            <p:cNvSpPr/>
            <p:nvPr/>
          </p:nvSpPr>
          <p:spPr>
            <a:xfrm>
              <a:off x="6942400" y="1944774"/>
              <a:ext cx="23658" cy="88068"/>
            </a:xfrm>
            <a:custGeom>
              <a:avLst/>
              <a:gdLst/>
              <a:ahLst/>
              <a:cxnLst/>
              <a:rect l="l" t="t" r="r" b="b"/>
              <a:pathLst>
                <a:path w="328" h="1221" extrusionOk="0">
                  <a:moveTo>
                    <a:pt x="328" y="0"/>
                  </a:moveTo>
                  <a:lnTo>
                    <a:pt x="18" y="1221"/>
                  </a:lnTo>
                  <a:lnTo>
                    <a:pt x="1" y="1169"/>
                  </a:lnTo>
                  <a:close/>
                </a:path>
              </a:pathLst>
            </a:custGeom>
            <a:solidFill>
              <a:srgbClr val="49B8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34"/>
            <p:cNvSpPr/>
            <p:nvPr/>
          </p:nvSpPr>
          <p:spPr>
            <a:xfrm>
              <a:off x="7049076" y="1619840"/>
              <a:ext cx="127810" cy="698266"/>
            </a:xfrm>
            <a:custGeom>
              <a:avLst/>
              <a:gdLst/>
              <a:ahLst/>
              <a:cxnLst/>
              <a:rect l="l" t="t" r="r" b="b"/>
              <a:pathLst>
                <a:path w="1772" h="9681" extrusionOk="0">
                  <a:moveTo>
                    <a:pt x="1771" y="1"/>
                  </a:moveTo>
                  <a:lnTo>
                    <a:pt x="0" y="362"/>
                  </a:lnTo>
                  <a:lnTo>
                    <a:pt x="791" y="9680"/>
                  </a:lnTo>
                  <a:lnTo>
                    <a:pt x="177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34"/>
            <p:cNvSpPr/>
            <p:nvPr/>
          </p:nvSpPr>
          <p:spPr>
            <a:xfrm>
              <a:off x="7106129" y="3011252"/>
              <a:ext cx="127810" cy="297670"/>
            </a:xfrm>
            <a:custGeom>
              <a:avLst/>
              <a:gdLst/>
              <a:ahLst/>
              <a:cxnLst/>
              <a:rect l="l" t="t" r="r" b="b"/>
              <a:pathLst>
                <a:path w="1772" h="4127" extrusionOk="0">
                  <a:moveTo>
                    <a:pt x="1771" y="4092"/>
                  </a:moveTo>
                  <a:lnTo>
                    <a:pt x="1771" y="4109"/>
                  </a:lnTo>
                  <a:lnTo>
                    <a:pt x="0" y="4127"/>
                  </a:lnTo>
                  <a:lnTo>
                    <a:pt x="0" y="4127"/>
                  </a:lnTo>
                  <a:lnTo>
                    <a:pt x="0" y="4109"/>
                  </a:lnTo>
                  <a:lnTo>
                    <a:pt x="18" y="4109"/>
                  </a:lnTo>
                  <a:lnTo>
                    <a:pt x="18" y="4058"/>
                  </a:lnTo>
                  <a:lnTo>
                    <a:pt x="998" y="946"/>
                  </a:lnTo>
                  <a:lnTo>
                    <a:pt x="1290" y="0"/>
                  </a:lnTo>
                  <a:lnTo>
                    <a:pt x="1393" y="946"/>
                  </a:lnTo>
                  <a:lnTo>
                    <a:pt x="1771" y="4058"/>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34"/>
            <p:cNvSpPr/>
            <p:nvPr/>
          </p:nvSpPr>
          <p:spPr>
            <a:xfrm>
              <a:off x="7423562" y="2189070"/>
              <a:ext cx="560647" cy="1114875"/>
            </a:xfrm>
            <a:custGeom>
              <a:avLst/>
              <a:gdLst/>
              <a:ahLst/>
              <a:cxnLst/>
              <a:rect l="l" t="t" r="r" b="b"/>
              <a:pathLst>
                <a:path w="7773" h="15457" extrusionOk="0">
                  <a:moveTo>
                    <a:pt x="7772" y="0"/>
                  </a:moveTo>
                  <a:lnTo>
                    <a:pt x="2924" y="4556"/>
                  </a:lnTo>
                  <a:lnTo>
                    <a:pt x="878" y="12207"/>
                  </a:lnTo>
                  <a:lnTo>
                    <a:pt x="1" y="15457"/>
                  </a:lnTo>
                  <a:lnTo>
                    <a:pt x="2597" y="15457"/>
                  </a:lnTo>
                  <a:lnTo>
                    <a:pt x="3250" y="12087"/>
                  </a:lnTo>
                  <a:lnTo>
                    <a:pt x="4488" y="5605"/>
                  </a:lnTo>
                  <a:lnTo>
                    <a:pt x="7772" y="0"/>
                  </a:lnTo>
                  <a:close/>
                </a:path>
              </a:pathLst>
            </a:custGeom>
            <a:solidFill>
              <a:srgbClr val="95DE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34"/>
            <p:cNvSpPr/>
            <p:nvPr/>
          </p:nvSpPr>
          <p:spPr>
            <a:xfrm>
              <a:off x="7984137" y="2189070"/>
              <a:ext cx="209603" cy="833361"/>
            </a:xfrm>
            <a:custGeom>
              <a:avLst/>
              <a:gdLst/>
              <a:ahLst/>
              <a:cxnLst/>
              <a:rect l="l" t="t" r="r" b="b"/>
              <a:pathLst>
                <a:path w="2906" h="11554" extrusionOk="0">
                  <a:moveTo>
                    <a:pt x="0" y="0"/>
                  </a:moveTo>
                  <a:lnTo>
                    <a:pt x="2906" y="11554"/>
                  </a:lnTo>
                  <a:lnTo>
                    <a:pt x="2906" y="5175"/>
                  </a:lnTo>
                  <a:lnTo>
                    <a:pt x="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34"/>
            <p:cNvSpPr/>
            <p:nvPr/>
          </p:nvSpPr>
          <p:spPr>
            <a:xfrm>
              <a:off x="7747271" y="2189070"/>
              <a:ext cx="446469" cy="833505"/>
            </a:xfrm>
            <a:custGeom>
              <a:avLst/>
              <a:gdLst/>
              <a:ahLst/>
              <a:cxnLst/>
              <a:rect l="l" t="t" r="r" b="b"/>
              <a:pathLst>
                <a:path w="6190" h="11556" extrusionOk="0">
                  <a:moveTo>
                    <a:pt x="3284" y="0"/>
                  </a:moveTo>
                  <a:lnTo>
                    <a:pt x="0" y="5605"/>
                  </a:lnTo>
                  <a:cubicBezTo>
                    <a:pt x="0" y="5605"/>
                    <a:pt x="6086" y="11555"/>
                    <a:pt x="6188" y="11555"/>
                  </a:cubicBezTo>
                  <a:cubicBezTo>
                    <a:pt x="6189" y="11555"/>
                    <a:pt x="6190" y="11555"/>
                    <a:pt x="6190" y="11554"/>
                  </a:cubicBezTo>
                  <a:cubicBezTo>
                    <a:pt x="6190" y="11468"/>
                    <a:pt x="3284" y="0"/>
                    <a:pt x="328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34"/>
            <p:cNvSpPr/>
            <p:nvPr/>
          </p:nvSpPr>
          <p:spPr>
            <a:xfrm>
              <a:off x="7457102" y="1376770"/>
              <a:ext cx="156300" cy="732960"/>
            </a:xfrm>
            <a:custGeom>
              <a:avLst/>
              <a:gdLst/>
              <a:ahLst/>
              <a:cxnLst/>
              <a:rect l="l" t="t" r="r" b="b"/>
              <a:pathLst>
                <a:path w="2167" h="10162" extrusionOk="0">
                  <a:moveTo>
                    <a:pt x="1255" y="1"/>
                  </a:moveTo>
                  <a:lnTo>
                    <a:pt x="0" y="1067"/>
                  </a:lnTo>
                  <a:lnTo>
                    <a:pt x="1479" y="10162"/>
                  </a:lnTo>
                  <a:lnTo>
                    <a:pt x="2166" y="87"/>
                  </a:lnTo>
                  <a:lnTo>
                    <a:pt x="125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34"/>
            <p:cNvSpPr/>
            <p:nvPr/>
          </p:nvSpPr>
          <p:spPr>
            <a:xfrm>
              <a:off x="7661655" y="1343303"/>
              <a:ext cx="158825" cy="785180"/>
            </a:xfrm>
            <a:custGeom>
              <a:avLst/>
              <a:gdLst/>
              <a:ahLst/>
              <a:cxnLst/>
              <a:rect l="l" t="t" r="r" b="b"/>
              <a:pathLst>
                <a:path w="2202" h="10886" extrusionOk="0">
                  <a:moveTo>
                    <a:pt x="1" y="0"/>
                  </a:moveTo>
                  <a:cubicBezTo>
                    <a:pt x="1" y="1"/>
                    <a:pt x="1408" y="10885"/>
                    <a:pt x="1428" y="10885"/>
                  </a:cubicBezTo>
                  <a:cubicBezTo>
                    <a:pt x="1428" y="10885"/>
                    <a:pt x="1428" y="10885"/>
                    <a:pt x="1428" y="10884"/>
                  </a:cubicBezTo>
                  <a:cubicBezTo>
                    <a:pt x="1428" y="10729"/>
                    <a:pt x="2202" y="654"/>
                    <a:pt x="2202" y="654"/>
                  </a:cubicBez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34"/>
            <p:cNvSpPr/>
            <p:nvPr/>
          </p:nvSpPr>
          <p:spPr>
            <a:xfrm>
              <a:off x="8077110" y="1474720"/>
              <a:ext cx="173683" cy="401894"/>
            </a:xfrm>
            <a:custGeom>
              <a:avLst/>
              <a:gdLst/>
              <a:ahLst/>
              <a:cxnLst/>
              <a:rect l="l" t="t" r="r" b="b"/>
              <a:pathLst>
                <a:path w="2408" h="5572" extrusionOk="0">
                  <a:moveTo>
                    <a:pt x="276" y="1"/>
                  </a:moveTo>
                  <a:lnTo>
                    <a:pt x="1" y="5572"/>
                  </a:lnTo>
                  <a:lnTo>
                    <a:pt x="1685" y="3611"/>
                  </a:lnTo>
                  <a:lnTo>
                    <a:pt x="2408" y="482"/>
                  </a:lnTo>
                  <a:lnTo>
                    <a:pt x="27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34"/>
            <p:cNvSpPr/>
            <p:nvPr/>
          </p:nvSpPr>
          <p:spPr>
            <a:xfrm>
              <a:off x="8477634" y="2729738"/>
              <a:ext cx="460173" cy="574207"/>
            </a:xfrm>
            <a:custGeom>
              <a:avLst/>
              <a:gdLst/>
              <a:ahLst/>
              <a:cxnLst/>
              <a:rect l="l" t="t" r="r" b="b"/>
              <a:pathLst>
                <a:path w="6380" h="7961" extrusionOk="0">
                  <a:moveTo>
                    <a:pt x="551" y="0"/>
                  </a:moveTo>
                  <a:lnTo>
                    <a:pt x="534" y="138"/>
                  </a:lnTo>
                  <a:lnTo>
                    <a:pt x="224" y="4557"/>
                  </a:lnTo>
                  <a:lnTo>
                    <a:pt x="35" y="7565"/>
                  </a:lnTo>
                  <a:lnTo>
                    <a:pt x="1" y="7961"/>
                  </a:lnTo>
                  <a:lnTo>
                    <a:pt x="6380" y="7961"/>
                  </a:lnTo>
                  <a:lnTo>
                    <a:pt x="5382" y="4849"/>
                  </a:lnTo>
                  <a:lnTo>
                    <a:pt x="4248" y="1324"/>
                  </a:lnTo>
                  <a:lnTo>
                    <a:pt x="55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34"/>
            <p:cNvSpPr/>
            <p:nvPr/>
          </p:nvSpPr>
          <p:spPr>
            <a:xfrm>
              <a:off x="8516078" y="1912534"/>
              <a:ext cx="267954" cy="912774"/>
            </a:xfrm>
            <a:custGeom>
              <a:avLst/>
              <a:gdLst/>
              <a:ahLst/>
              <a:cxnLst/>
              <a:rect l="l" t="t" r="r" b="b"/>
              <a:pathLst>
                <a:path w="3715" h="12655" extrusionOk="0">
                  <a:moveTo>
                    <a:pt x="1514" y="0"/>
                  </a:moveTo>
                  <a:lnTo>
                    <a:pt x="379" y="1891"/>
                  </a:lnTo>
                  <a:lnTo>
                    <a:pt x="1" y="11330"/>
                  </a:lnTo>
                  <a:lnTo>
                    <a:pt x="3715" y="12654"/>
                  </a:lnTo>
                  <a:lnTo>
                    <a:pt x="2769" y="5433"/>
                  </a:lnTo>
                  <a:lnTo>
                    <a:pt x="1514" y="0"/>
                  </a:lnTo>
                  <a:close/>
                </a:path>
              </a:pathLst>
            </a:custGeom>
            <a:solidFill>
              <a:srgbClr val="95DE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34"/>
            <p:cNvSpPr/>
            <p:nvPr/>
          </p:nvSpPr>
          <p:spPr>
            <a:xfrm>
              <a:off x="8193668" y="2729738"/>
              <a:ext cx="323780" cy="574207"/>
            </a:xfrm>
            <a:custGeom>
              <a:avLst/>
              <a:gdLst/>
              <a:ahLst/>
              <a:cxnLst/>
              <a:rect l="l" t="t" r="r" b="b"/>
              <a:pathLst>
                <a:path w="4489" h="7961" extrusionOk="0">
                  <a:moveTo>
                    <a:pt x="4488" y="0"/>
                  </a:moveTo>
                  <a:lnTo>
                    <a:pt x="4454" y="18"/>
                  </a:lnTo>
                  <a:lnTo>
                    <a:pt x="3285" y="1084"/>
                  </a:lnTo>
                  <a:lnTo>
                    <a:pt x="2236" y="2029"/>
                  </a:lnTo>
                  <a:lnTo>
                    <a:pt x="1" y="4058"/>
                  </a:lnTo>
                  <a:lnTo>
                    <a:pt x="104" y="4367"/>
                  </a:lnTo>
                  <a:lnTo>
                    <a:pt x="1325" y="7961"/>
                  </a:lnTo>
                  <a:lnTo>
                    <a:pt x="3938" y="7961"/>
                  </a:lnTo>
                  <a:lnTo>
                    <a:pt x="3972" y="7565"/>
                  </a:lnTo>
                  <a:lnTo>
                    <a:pt x="4161" y="4557"/>
                  </a:lnTo>
                  <a:lnTo>
                    <a:pt x="4471" y="138"/>
                  </a:lnTo>
                  <a:lnTo>
                    <a:pt x="448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34"/>
            <p:cNvSpPr/>
            <p:nvPr/>
          </p:nvSpPr>
          <p:spPr>
            <a:xfrm>
              <a:off x="8783959" y="2825235"/>
              <a:ext cx="563099" cy="478710"/>
            </a:xfrm>
            <a:custGeom>
              <a:avLst/>
              <a:gdLst/>
              <a:ahLst/>
              <a:cxnLst/>
              <a:rect l="l" t="t" r="r" b="b"/>
              <a:pathLst>
                <a:path w="7807" h="6637" extrusionOk="0">
                  <a:moveTo>
                    <a:pt x="1" y="0"/>
                  </a:moveTo>
                  <a:lnTo>
                    <a:pt x="1135" y="3525"/>
                  </a:lnTo>
                  <a:lnTo>
                    <a:pt x="2150" y="6637"/>
                  </a:lnTo>
                  <a:cubicBezTo>
                    <a:pt x="2425" y="6637"/>
                    <a:pt x="2700" y="6620"/>
                    <a:pt x="2958" y="6602"/>
                  </a:cubicBezTo>
                  <a:cubicBezTo>
                    <a:pt x="5004" y="6482"/>
                    <a:pt x="6758" y="6396"/>
                    <a:pt x="7480" y="6362"/>
                  </a:cubicBezTo>
                  <a:lnTo>
                    <a:pt x="7600" y="6345"/>
                  </a:lnTo>
                  <a:lnTo>
                    <a:pt x="7806" y="6345"/>
                  </a:lnTo>
                  <a:lnTo>
                    <a:pt x="7015" y="3834"/>
                  </a:lnTo>
                  <a:lnTo>
                    <a:pt x="6534" y="2287"/>
                  </a:ln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34"/>
            <p:cNvSpPr/>
            <p:nvPr/>
          </p:nvSpPr>
          <p:spPr>
            <a:xfrm>
              <a:off x="8193668" y="2093574"/>
              <a:ext cx="322482" cy="928858"/>
            </a:xfrm>
            <a:custGeom>
              <a:avLst/>
              <a:gdLst/>
              <a:ahLst/>
              <a:cxnLst/>
              <a:rect l="l" t="t" r="r" b="b"/>
              <a:pathLst>
                <a:path w="4471" h="12878" extrusionOk="0">
                  <a:moveTo>
                    <a:pt x="1686" y="0"/>
                  </a:moveTo>
                  <a:lnTo>
                    <a:pt x="1" y="6499"/>
                  </a:lnTo>
                  <a:lnTo>
                    <a:pt x="1" y="12878"/>
                  </a:lnTo>
                  <a:lnTo>
                    <a:pt x="4471" y="8958"/>
                  </a:lnTo>
                  <a:lnTo>
                    <a:pt x="3697" y="2356"/>
                  </a:lnTo>
                  <a:lnTo>
                    <a:pt x="3285" y="9904"/>
                  </a:lnTo>
                  <a:lnTo>
                    <a:pt x="2236" y="10849"/>
                  </a:lnTo>
                  <a:lnTo>
                    <a:pt x="168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34"/>
            <p:cNvSpPr/>
            <p:nvPr/>
          </p:nvSpPr>
          <p:spPr>
            <a:xfrm>
              <a:off x="8715799" y="2304402"/>
              <a:ext cx="539514" cy="685788"/>
            </a:xfrm>
            <a:custGeom>
              <a:avLst/>
              <a:gdLst/>
              <a:ahLst/>
              <a:cxnLst/>
              <a:rect l="l" t="t" r="r" b="b"/>
              <a:pathLst>
                <a:path w="7480" h="9508" extrusionOk="0">
                  <a:moveTo>
                    <a:pt x="0" y="0"/>
                  </a:moveTo>
                  <a:lnTo>
                    <a:pt x="946" y="7221"/>
                  </a:lnTo>
                  <a:lnTo>
                    <a:pt x="7479" y="9508"/>
                  </a:lnTo>
                  <a:lnTo>
                    <a:pt x="0" y="0"/>
                  </a:lnTo>
                  <a:close/>
                </a:path>
              </a:pathLst>
            </a:custGeom>
            <a:solidFill>
              <a:srgbClr val="59C2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34"/>
            <p:cNvSpPr/>
            <p:nvPr/>
          </p:nvSpPr>
          <p:spPr>
            <a:xfrm>
              <a:off x="8770327" y="1784796"/>
              <a:ext cx="143894" cy="584161"/>
            </a:xfrm>
            <a:custGeom>
              <a:avLst/>
              <a:gdLst/>
              <a:ahLst/>
              <a:cxnLst/>
              <a:rect l="l" t="t" r="r" b="b"/>
              <a:pathLst>
                <a:path w="1995" h="8099" extrusionOk="0">
                  <a:moveTo>
                    <a:pt x="1" y="0"/>
                  </a:moveTo>
                  <a:lnTo>
                    <a:pt x="1995" y="8098"/>
                  </a:lnTo>
                  <a:lnTo>
                    <a:pt x="1754" y="1582"/>
                  </a:lnTo>
                  <a:lnTo>
                    <a:pt x="1720" y="1496"/>
                  </a:lnTo>
                  <a:lnTo>
                    <a:pt x="1410" y="568"/>
                  </a:lnTo>
                  <a:lnTo>
                    <a:pt x="1393" y="550"/>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34"/>
            <p:cNvSpPr/>
            <p:nvPr/>
          </p:nvSpPr>
          <p:spPr>
            <a:xfrm>
              <a:off x="8431761" y="1618614"/>
              <a:ext cx="120381" cy="458875"/>
            </a:xfrm>
            <a:custGeom>
              <a:avLst/>
              <a:gdLst/>
              <a:ahLst/>
              <a:cxnLst/>
              <a:rect l="l" t="t" r="r" b="b"/>
              <a:pathLst>
                <a:path w="1669" h="6362" extrusionOk="0">
                  <a:moveTo>
                    <a:pt x="1669" y="0"/>
                  </a:moveTo>
                  <a:lnTo>
                    <a:pt x="1" y="379"/>
                  </a:lnTo>
                  <a:lnTo>
                    <a:pt x="396" y="6362"/>
                  </a:lnTo>
                  <a:lnTo>
                    <a:pt x="166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34"/>
            <p:cNvSpPr/>
            <p:nvPr/>
          </p:nvSpPr>
          <p:spPr>
            <a:xfrm>
              <a:off x="9105143" y="2014161"/>
              <a:ext cx="1298" cy="104296"/>
            </a:xfrm>
            <a:custGeom>
              <a:avLst/>
              <a:gdLst/>
              <a:ahLst/>
              <a:cxnLst/>
              <a:rect l="l" t="t" r="r" b="b"/>
              <a:pathLst>
                <a:path w="18" h="1446" extrusionOk="0">
                  <a:moveTo>
                    <a:pt x="18" y="53"/>
                  </a:moveTo>
                  <a:lnTo>
                    <a:pt x="18" y="1445"/>
                  </a:lnTo>
                  <a:lnTo>
                    <a:pt x="18" y="1411"/>
                  </a:lnTo>
                  <a:lnTo>
                    <a:pt x="1" y="1394"/>
                  </a:lnTo>
                  <a:lnTo>
                    <a:pt x="1" y="1"/>
                  </a:lnTo>
                  <a:cubicBezTo>
                    <a:pt x="18" y="18"/>
                    <a:pt x="18" y="35"/>
                    <a:pt x="18" y="53"/>
                  </a:cubicBezTo>
                  <a:close/>
                </a:path>
              </a:pathLst>
            </a:custGeom>
            <a:solidFill>
              <a:srgbClr val="B7E8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34"/>
            <p:cNvSpPr/>
            <p:nvPr/>
          </p:nvSpPr>
          <p:spPr>
            <a:xfrm>
              <a:off x="9211820" y="2641670"/>
              <a:ext cx="3751" cy="13704"/>
            </a:xfrm>
            <a:custGeom>
              <a:avLst/>
              <a:gdLst/>
              <a:ahLst/>
              <a:cxnLst/>
              <a:rect l="l" t="t" r="r" b="b"/>
              <a:pathLst>
                <a:path w="52" h="190" extrusionOk="0">
                  <a:moveTo>
                    <a:pt x="52" y="190"/>
                  </a:moveTo>
                  <a:lnTo>
                    <a:pt x="35" y="121"/>
                  </a:lnTo>
                  <a:lnTo>
                    <a:pt x="0" y="1"/>
                  </a:lnTo>
                  <a:cubicBezTo>
                    <a:pt x="17" y="52"/>
                    <a:pt x="35" y="104"/>
                    <a:pt x="52" y="155"/>
                  </a:cubicBezTo>
                  <a:lnTo>
                    <a:pt x="52" y="190"/>
                  </a:lnTo>
                  <a:close/>
                </a:path>
              </a:pathLst>
            </a:custGeom>
            <a:solidFill>
              <a:srgbClr val="49B8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34"/>
            <p:cNvSpPr/>
            <p:nvPr/>
          </p:nvSpPr>
          <p:spPr>
            <a:xfrm>
              <a:off x="9255240" y="2990118"/>
              <a:ext cx="267882" cy="313827"/>
            </a:xfrm>
            <a:custGeom>
              <a:avLst/>
              <a:gdLst/>
              <a:ahLst/>
              <a:cxnLst/>
              <a:rect l="l" t="t" r="r" b="b"/>
              <a:pathLst>
                <a:path w="3714" h="4351" extrusionOk="0">
                  <a:moveTo>
                    <a:pt x="0" y="1"/>
                  </a:moveTo>
                  <a:lnTo>
                    <a:pt x="481" y="1548"/>
                  </a:lnTo>
                  <a:lnTo>
                    <a:pt x="1272" y="4059"/>
                  </a:lnTo>
                  <a:cubicBezTo>
                    <a:pt x="1410" y="4076"/>
                    <a:pt x="1565" y="4110"/>
                    <a:pt x="1719" y="4144"/>
                  </a:cubicBezTo>
                  <a:lnTo>
                    <a:pt x="1737" y="4144"/>
                  </a:lnTo>
                  <a:cubicBezTo>
                    <a:pt x="1737" y="4144"/>
                    <a:pt x="3060" y="4316"/>
                    <a:pt x="3060" y="4316"/>
                  </a:cubicBezTo>
                  <a:lnTo>
                    <a:pt x="3714" y="4351"/>
                  </a:lnTo>
                  <a:lnTo>
                    <a:pt x="3714" y="4334"/>
                  </a:lnTo>
                  <a:lnTo>
                    <a:pt x="3095" y="1634"/>
                  </a:lnTo>
                  <a:lnTo>
                    <a:pt x="2665" y="1411"/>
                  </a:lnTo>
                  <a:lnTo>
                    <a:pt x="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34"/>
            <p:cNvSpPr/>
            <p:nvPr/>
          </p:nvSpPr>
          <p:spPr>
            <a:xfrm>
              <a:off x="6264113" y="3305171"/>
              <a:ext cx="1298" cy="1298"/>
            </a:xfrm>
            <a:custGeom>
              <a:avLst/>
              <a:gdLst/>
              <a:ahLst/>
              <a:cxnLst/>
              <a:rect l="l" t="t" r="r" b="b"/>
              <a:pathLst>
                <a:path w="18" h="18" extrusionOk="0">
                  <a:moveTo>
                    <a:pt x="17" y="0"/>
                  </a:moveTo>
                  <a:lnTo>
                    <a:pt x="0" y="17"/>
                  </a:lnTo>
                  <a:lnTo>
                    <a:pt x="17" y="0"/>
                  </a:lnTo>
                  <a:close/>
                </a:path>
              </a:pathLst>
            </a:custGeom>
            <a:solidFill>
              <a:srgbClr val="B7E8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34"/>
            <p:cNvSpPr/>
            <p:nvPr/>
          </p:nvSpPr>
          <p:spPr>
            <a:xfrm>
              <a:off x="6493478" y="3266727"/>
              <a:ext cx="611497" cy="42195"/>
            </a:xfrm>
            <a:custGeom>
              <a:avLst/>
              <a:gdLst/>
              <a:ahLst/>
              <a:cxnLst/>
              <a:rect l="l" t="t" r="r" b="b"/>
              <a:pathLst>
                <a:path w="8478" h="585" extrusionOk="0">
                  <a:moveTo>
                    <a:pt x="895" y="0"/>
                  </a:moveTo>
                  <a:lnTo>
                    <a:pt x="18" y="516"/>
                  </a:lnTo>
                  <a:lnTo>
                    <a:pt x="1" y="516"/>
                  </a:lnTo>
                  <a:lnTo>
                    <a:pt x="1" y="533"/>
                  </a:lnTo>
                  <a:lnTo>
                    <a:pt x="620" y="533"/>
                  </a:lnTo>
                  <a:lnTo>
                    <a:pt x="5400" y="567"/>
                  </a:lnTo>
                  <a:lnTo>
                    <a:pt x="6895" y="585"/>
                  </a:lnTo>
                  <a:lnTo>
                    <a:pt x="8477" y="585"/>
                  </a:lnTo>
                  <a:lnTo>
                    <a:pt x="8477" y="567"/>
                  </a:lnTo>
                  <a:lnTo>
                    <a:pt x="8443" y="516"/>
                  </a:lnTo>
                  <a:lnTo>
                    <a:pt x="8116" y="120"/>
                  </a:lnTo>
                  <a:lnTo>
                    <a:pt x="7428" y="120"/>
                  </a:lnTo>
                  <a:lnTo>
                    <a:pt x="6517" y="516"/>
                  </a:lnTo>
                  <a:lnTo>
                    <a:pt x="5400" y="138"/>
                  </a:lnTo>
                  <a:lnTo>
                    <a:pt x="5314" y="138"/>
                  </a:lnTo>
                  <a:lnTo>
                    <a:pt x="89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34"/>
            <p:cNvSpPr/>
            <p:nvPr/>
          </p:nvSpPr>
          <p:spPr>
            <a:xfrm>
              <a:off x="8356171" y="3262977"/>
              <a:ext cx="424182" cy="40968"/>
            </a:xfrm>
            <a:custGeom>
              <a:avLst/>
              <a:gdLst/>
              <a:ahLst/>
              <a:cxnLst/>
              <a:rect l="l" t="t" r="r" b="b"/>
              <a:pathLst>
                <a:path w="5881" h="568" extrusionOk="0">
                  <a:moveTo>
                    <a:pt x="2923" y="0"/>
                  </a:moveTo>
                  <a:lnTo>
                    <a:pt x="1719" y="172"/>
                  </a:lnTo>
                  <a:lnTo>
                    <a:pt x="309" y="361"/>
                  </a:lnTo>
                  <a:lnTo>
                    <a:pt x="0" y="568"/>
                  </a:lnTo>
                  <a:lnTo>
                    <a:pt x="5880" y="568"/>
                  </a:lnTo>
                  <a:lnTo>
                    <a:pt x="5278" y="276"/>
                  </a:lnTo>
                  <a:lnTo>
                    <a:pt x="292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34"/>
            <p:cNvSpPr/>
            <p:nvPr/>
          </p:nvSpPr>
          <p:spPr>
            <a:xfrm>
              <a:off x="8993562" y="3262977"/>
              <a:ext cx="483687" cy="38516"/>
            </a:xfrm>
            <a:custGeom>
              <a:avLst/>
              <a:gdLst/>
              <a:ahLst/>
              <a:cxnLst/>
              <a:rect l="l" t="t" r="r" b="b"/>
              <a:pathLst>
                <a:path w="6706" h="534" extrusionOk="0">
                  <a:moveTo>
                    <a:pt x="997" y="0"/>
                  </a:moveTo>
                  <a:lnTo>
                    <a:pt x="0" y="533"/>
                  </a:lnTo>
                  <a:lnTo>
                    <a:pt x="6706" y="533"/>
                  </a:lnTo>
                  <a:lnTo>
                    <a:pt x="4900" y="276"/>
                  </a:lnTo>
                  <a:lnTo>
                    <a:pt x="261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34"/>
            <p:cNvSpPr/>
            <p:nvPr/>
          </p:nvSpPr>
          <p:spPr>
            <a:xfrm>
              <a:off x="6336024" y="3033539"/>
              <a:ext cx="72" cy="1298"/>
            </a:xfrm>
            <a:custGeom>
              <a:avLst/>
              <a:gdLst/>
              <a:ahLst/>
              <a:cxnLst/>
              <a:rect l="l" t="t" r="r" b="b"/>
              <a:pathLst>
                <a:path w="1" h="18" extrusionOk="0">
                  <a:moveTo>
                    <a:pt x="0" y="1"/>
                  </a:moveTo>
                  <a:lnTo>
                    <a:pt x="0" y="18"/>
                  </a:lnTo>
                  <a:lnTo>
                    <a:pt x="0" y="1"/>
                  </a:lnTo>
                  <a:lnTo>
                    <a:pt x="0" y="1"/>
                  </a:lnTo>
                  <a:close/>
                </a:path>
              </a:pathLst>
            </a:custGeom>
            <a:solidFill>
              <a:srgbClr val="82C1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34"/>
            <p:cNvSpPr/>
            <p:nvPr/>
          </p:nvSpPr>
          <p:spPr>
            <a:xfrm>
              <a:off x="6336024" y="3021133"/>
              <a:ext cx="2524" cy="8800"/>
            </a:xfrm>
            <a:custGeom>
              <a:avLst/>
              <a:gdLst/>
              <a:ahLst/>
              <a:cxnLst/>
              <a:rect l="l" t="t" r="r" b="b"/>
              <a:pathLst>
                <a:path w="35" h="122" extrusionOk="0">
                  <a:moveTo>
                    <a:pt x="35" y="1"/>
                  </a:moveTo>
                  <a:cubicBezTo>
                    <a:pt x="35" y="35"/>
                    <a:pt x="18" y="87"/>
                    <a:pt x="0" y="121"/>
                  </a:cubicBezTo>
                  <a:lnTo>
                    <a:pt x="18" y="70"/>
                  </a:lnTo>
                  <a:cubicBezTo>
                    <a:pt x="35" y="52"/>
                    <a:pt x="35" y="18"/>
                    <a:pt x="35" y="1"/>
                  </a:cubicBezTo>
                  <a:close/>
                </a:path>
              </a:pathLst>
            </a:custGeom>
            <a:solidFill>
              <a:srgbClr val="82C1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1313"/>
        <p:cNvGrpSpPr/>
        <p:nvPr/>
      </p:nvGrpSpPr>
      <p:grpSpPr>
        <a:xfrm>
          <a:off x="0" y="0"/>
          <a:ext cx="0" cy="0"/>
          <a:chOff x="0" y="0"/>
          <a:chExt cx="0" cy="0"/>
        </a:xfrm>
      </p:grpSpPr>
      <p:sp>
        <p:nvSpPr>
          <p:cNvPr id="1314" name="Google Shape;1314;p35"/>
          <p:cNvSpPr/>
          <p:nvPr/>
        </p:nvSpPr>
        <p:spPr>
          <a:xfrm>
            <a:off x="0" y="4570900"/>
            <a:ext cx="9144000" cy="5727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15" name="Google Shape;1315;p35"/>
          <p:cNvGrpSpPr/>
          <p:nvPr/>
        </p:nvGrpSpPr>
        <p:grpSpPr>
          <a:xfrm>
            <a:off x="8066362" y="3373013"/>
            <a:ext cx="1968089" cy="2381149"/>
            <a:chOff x="3353725" y="1945400"/>
            <a:chExt cx="835600" cy="1010975"/>
          </a:xfrm>
        </p:grpSpPr>
        <p:sp>
          <p:nvSpPr>
            <p:cNvPr id="1316" name="Google Shape;1316;p35"/>
            <p:cNvSpPr/>
            <p:nvPr/>
          </p:nvSpPr>
          <p:spPr>
            <a:xfrm>
              <a:off x="3353725" y="1945400"/>
              <a:ext cx="835600" cy="507225"/>
            </a:xfrm>
            <a:custGeom>
              <a:avLst/>
              <a:gdLst/>
              <a:ahLst/>
              <a:cxnLst/>
              <a:rect l="l" t="t" r="r" b="b"/>
              <a:pathLst>
                <a:path w="33424" h="20289" extrusionOk="0">
                  <a:moveTo>
                    <a:pt x="0" y="20288"/>
                  </a:moveTo>
                  <a:lnTo>
                    <a:pt x="2063" y="18878"/>
                  </a:lnTo>
                  <a:lnTo>
                    <a:pt x="4505" y="18878"/>
                  </a:lnTo>
                  <a:lnTo>
                    <a:pt x="6293" y="17658"/>
                  </a:lnTo>
                  <a:lnTo>
                    <a:pt x="7720" y="16712"/>
                  </a:lnTo>
                  <a:lnTo>
                    <a:pt x="8614" y="12053"/>
                  </a:lnTo>
                  <a:lnTo>
                    <a:pt x="10814" y="9749"/>
                  </a:lnTo>
                  <a:lnTo>
                    <a:pt x="11433" y="3112"/>
                  </a:lnTo>
                  <a:lnTo>
                    <a:pt x="13204" y="997"/>
                  </a:lnTo>
                  <a:lnTo>
                    <a:pt x="17313" y="0"/>
                  </a:lnTo>
                  <a:lnTo>
                    <a:pt x="21423" y="2442"/>
                  </a:lnTo>
                  <a:lnTo>
                    <a:pt x="20425" y="7342"/>
                  </a:lnTo>
                  <a:lnTo>
                    <a:pt x="22265" y="8339"/>
                  </a:lnTo>
                  <a:lnTo>
                    <a:pt x="24431" y="13755"/>
                  </a:lnTo>
                  <a:lnTo>
                    <a:pt x="27440" y="15440"/>
                  </a:lnTo>
                  <a:lnTo>
                    <a:pt x="28713" y="18620"/>
                  </a:lnTo>
                  <a:lnTo>
                    <a:pt x="31395" y="18448"/>
                  </a:lnTo>
                  <a:lnTo>
                    <a:pt x="33423" y="20288"/>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35"/>
            <p:cNvSpPr/>
            <p:nvPr/>
          </p:nvSpPr>
          <p:spPr>
            <a:xfrm>
              <a:off x="3546700" y="2246700"/>
              <a:ext cx="153050" cy="205925"/>
            </a:xfrm>
            <a:custGeom>
              <a:avLst/>
              <a:gdLst/>
              <a:ahLst/>
              <a:cxnLst/>
              <a:rect l="l" t="t" r="r" b="b"/>
              <a:pathLst>
                <a:path w="6122" h="8237" extrusionOk="0">
                  <a:moveTo>
                    <a:pt x="1" y="4660"/>
                  </a:moveTo>
                  <a:lnTo>
                    <a:pt x="6121" y="8236"/>
                  </a:lnTo>
                  <a:lnTo>
                    <a:pt x="5434" y="1548"/>
                  </a:lnTo>
                  <a:lnTo>
                    <a:pt x="89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35"/>
            <p:cNvSpPr/>
            <p:nvPr/>
          </p:nvSpPr>
          <p:spPr>
            <a:xfrm>
              <a:off x="3682525" y="2241125"/>
              <a:ext cx="235150" cy="211500"/>
            </a:xfrm>
            <a:custGeom>
              <a:avLst/>
              <a:gdLst/>
              <a:ahLst/>
              <a:cxnLst/>
              <a:rect l="l" t="t" r="r" b="b"/>
              <a:pathLst>
                <a:path w="9406" h="8460" extrusionOk="0">
                  <a:moveTo>
                    <a:pt x="1" y="1771"/>
                  </a:moveTo>
                  <a:lnTo>
                    <a:pt x="5795" y="0"/>
                  </a:lnTo>
                  <a:lnTo>
                    <a:pt x="9405" y="4625"/>
                  </a:lnTo>
                  <a:lnTo>
                    <a:pt x="688" y="8459"/>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35"/>
            <p:cNvSpPr/>
            <p:nvPr/>
          </p:nvSpPr>
          <p:spPr>
            <a:xfrm>
              <a:off x="3827375" y="2128925"/>
              <a:ext cx="137150" cy="227825"/>
            </a:xfrm>
            <a:custGeom>
              <a:avLst/>
              <a:gdLst/>
              <a:ahLst/>
              <a:cxnLst/>
              <a:rect l="l" t="t" r="r" b="b"/>
              <a:pathLst>
                <a:path w="5486" h="9113" extrusionOk="0">
                  <a:moveTo>
                    <a:pt x="1479" y="1"/>
                  </a:moveTo>
                  <a:lnTo>
                    <a:pt x="1" y="4488"/>
                  </a:lnTo>
                  <a:lnTo>
                    <a:pt x="3611" y="9113"/>
                  </a:lnTo>
                  <a:lnTo>
                    <a:pt x="5485" y="6414"/>
                  </a:lnTo>
                  <a:lnTo>
                    <a:pt x="946" y="3955"/>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35"/>
            <p:cNvSpPr/>
            <p:nvPr/>
          </p:nvSpPr>
          <p:spPr>
            <a:xfrm>
              <a:off x="3767200" y="2349850"/>
              <a:ext cx="304350" cy="102775"/>
            </a:xfrm>
            <a:custGeom>
              <a:avLst/>
              <a:gdLst/>
              <a:ahLst/>
              <a:cxnLst/>
              <a:rect l="l" t="t" r="r" b="b"/>
              <a:pathLst>
                <a:path w="12174" h="4111" extrusionOk="0">
                  <a:moveTo>
                    <a:pt x="12174" y="2442"/>
                  </a:moveTo>
                  <a:lnTo>
                    <a:pt x="8855" y="1"/>
                  </a:lnTo>
                  <a:lnTo>
                    <a:pt x="7686" y="2442"/>
                  </a:lnTo>
                  <a:lnTo>
                    <a:pt x="1" y="4110"/>
                  </a:lnTo>
                  <a:lnTo>
                    <a:pt x="11279" y="411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35"/>
            <p:cNvSpPr/>
            <p:nvPr/>
          </p:nvSpPr>
          <p:spPr>
            <a:xfrm>
              <a:off x="3964500" y="2289250"/>
              <a:ext cx="107050" cy="121675"/>
            </a:xfrm>
            <a:custGeom>
              <a:avLst/>
              <a:gdLst/>
              <a:ahLst/>
              <a:cxnLst/>
              <a:rect l="l" t="t" r="r" b="b"/>
              <a:pathLst>
                <a:path w="4282" h="4867" extrusionOk="0">
                  <a:moveTo>
                    <a:pt x="963" y="2425"/>
                  </a:moveTo>
                  <a:lnTo>
                    <a:pt x="0" y="1"/>
                  </a:lnTo>
                  <a:lnTo>
                    <a:pt x="3009" y="1686"/>
                  </a:lnTo>
                  <a:lnTo>
                    <a:pt x="4282" y="4866"/>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35"/>
            <p:cNvSpPr/>
            <p:nvPr/>
          </p:nvSpPr>
          <p:spPr>
            <a:xfrm>
              <a:off x="3699725" y="2289250"/>
              <a:ext cx="288875" cy="163375"/>
            </a:xfrm>
            <a:custGeom>
              <a:avLst/>
              <a:gdLst/>
              <a:ahLst/>
              <a:cxnLst/>
              <a:rect l="l" t="t" r="r" b="b"/>
              <a:pathLst>
                <a:path w="11555" h="6535" extrusionOk="0">
                  <a:moveTo>
                    <a:pt x="10591" y="1"/>
                  </a:moveTo>
                  <a:lnTo>
                    <a:pt x="10849" y="2425"/>
                  </a:lnTo>
                  <a:lnTo>
                    <a:pt x="9749" y="4402"/>
                  </a:lnTo>
                  <a:lnTo>
                    <a:pt x="0" y="6534"/>
                  </a:lnTo>
                  <a:lnTo>
                    <a:pt x="2700" y="6534"/>
                  </a:lnTo>
                  <a:lnTo>
                    <a:pt x="10385" y="4866"/>
                  </a:lnTo>
                  <a:lnTo>
                    <a:pt x="11554" y="2425"/>
                  </a:lnTo>
                  <a:close/>
                </a:path>
              </a:pathLst>
            </a:custGeom>
            <a:solidFill>
              <a:srgbClr val="B7E8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35"/>
            <p:cNvSpPr/>
            <p:nvPr/>
          </p:nvSpPr>
          <p:spPr>
            <a:xfrm>
              <a:off x="3639550" y="1970325"/>
              <a:ext cx="154325" cy="201175"/>
            </a:xfrm>
            <a:custGeom>
              <a:avLst/>
              <a:gdLst/>
              <a:ahLst/>
              <a:cxnLst/>
              <a:rect l="l" t="t" r="r" b="b"/>
              <a:pathLst>
                <a:path w="6173" h="8047" extrusionOk="0">
                  <a:moveTo>
                    <a:pt x="0" y="2115"/>
                  </a:moveTo>
                  <a:lnTo>
                    <a:pt x="6173" y="8047"/>
                  </a:lnTo>
                  <a:lnTo>
                    <a:pt x="5691" y="5072"/>
                  </a:lnTo>
                  <a:lnTo>
                    <a:pt x="177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35"/>
            <p:cNvSpPr/>
            <p:nvPr/>
          </p:nvSpPr>
          <p:spPr>
            <a:xfrm>
              <a:off x="3786550" y="1945400"/>
              <a:ext cx="102750" cy="97575"/>
            </a:xfrm>
            <a:custGeom>
              <a:avLst/>
              <a:gdLst/>
              <a:ahLst/>
              <a:cxnLst/>
              <a:rect l="l" t="t" r="r" b="b"/>
              <a:pathLst>
                <a:path w="4110" h="3903" extrusionOk="0">
                  <a:moveTo>
                    <a:pt x="0" y="0"/>
                  </a:moveTo>
                  <a:lnTo>
                    <a:pt x="740" y="3903"/>
                  </a:lnTo>
                  <a:lnTo>
                    <a:pt x="4110" y="2442"/>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35"/>
            <p:cNvSpPr/>
            <p:nvPr/>
          </p:nvSpPr>
          <p:spPr>
            <a:xfrm>
              <a:off x="3569050" y="2189100"/>
              <a:ext cx="113500" cy="96300"/>
            </a:xfrm>
            <a:custGeom>
              <a:avLst/>
              <a:gdLst/>
              <a:ahLst/>
              <a:cxnLst/>
              <a:rect l="l" t="t" r="r" b="b"/>
              <a:pathLst>
                <a:path w="4540" h="3852" extrusionOk="0">
                  <a:moveTo>
                    <a:pt x="2201" y="1"/>
                  </a:moveTo>
                  <a:lnTo>
                    <a:pt x="4540" y="3852"/>
                  </a:lnTo>
                  <a:lnTo>
                    <a:pt x="1" y="2305"/>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35"/>
            <p:cNvSpPr/>
            <p:nvPr/>
          </p:nvSpPr>
          <p:spPr>
            <a:xfrm>
              <a:off x="3682525" y="2128925"/>
              <a:ext cx="181850" cy="156475"/>
            </a:xfrm>
            <a:custGeom>
              <a:avLst/>
              <a:gdLst/>
              <a:ahLst/>
              <a:cxnLst/>
              <a:rect l="l" t="t" r="r" b="b"/>
              <a:pathLst>
                <a:path w="7274" h="6259" extrusionOk="0">
                  <a:moveTo>
                    <a:pt x="1" y="6259"/>
                  </a:moveTo>
                  <a:lnTo>
                    <a:pt x="1067" y="2287"/>
                  </a:lnTo>
                  <a:lnTo>
                    <a:pt x="4454" y="1703"/>
                  </a:lnTo>
                  <a:lnTo>
                    <a:pt x="7273" y="1"/>
                  </a:lnTo>
                  <a:lnTo>
                    <a:pt x="5795" y="4488"/>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35"/>
            <p:cNvSpPr/>
            <p:nvPr/>
          </p:nvSpPr>
          <p:spPr>
            <a:xfrm>
              <a:off x="3682525" y="2241125"/>
              <a:ext cx="144875" cy="211500"/>
            </a:xfrm>
            <a:custGeom>
              <a:avLst/>
              <a:gdLst/>
              <a:ahLst/>
              <a:cxnLst/>
              <a:rect l="l" t="t" r="r" b="b"/>
              <a:pathLst>
                <a:path w="5795" h="8460" extrusionOk="0">
                  <a:moveTo>
                    <a:pt x="688" y="8459"/>
                  </a:moveTo>
                  <a:lnTo>
                    <a:pt x="1479" y="2304"/>
                  </a:lnTo>
                  <a:lnTo>
                    <a:pt x="5795" y="0"/>
                  </a:lnTo>
                  <a:lnTo>
                    <a:pt x="1" y="177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35"/>
            <p:cNvSpPr/>
            <p:nvPr/>
          </p:nvSpPr>
          <p:spPr>
            <a:xfrm>
              <a:off x="3466325" y="2363175"/>
              <a:ext cx="233425" cy="89450"/>
            </a:xfrm>
            <a:custGeom>
              <a:avLst/>
              <a:gdLst/>
              <a:ahLst/>
              <a:cxnLst/>
              <a:rect l="l" t="t" r="r" b="b"/>
              <a:pathLst>
                <a:path w="9337" h="3578" extrusionOk="0">
                  <a:moveTo>
                    <a:pt x="9336" y="3577"/>
                  </a:moveTo>
                  <a:lnTo>
                    <a:pt x="3216" y="1"/>
                  </a:lnTo>
                  <a:lnTo>
                    <a:pt x="1" y="2167"/>
                  </a:lnTo>
                  <a:lnTo>
                    <a:pt x="2923" y="947"/>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35"/>
            <p:cNvSpPr/>
            <p:nvPr/>
          </p:nvSpPr>
          <p:spPr>
            <a:xfrm>
              <a:off x="3353725" y="2417350"/>
              <a:ext cx="176675" cy="35275"/>
            </a:xfrm>
            <a:custGeom>
              <a:avLst/>
              <a:gdLst/>
              <a:ahLst/>
              <a:cxnLst/>
              <a:rect l="l" t="t" r="r" b="b"/>
              <a:pathLst>
                <a:path w="7067" h="1411" extrusionOk="0">
                  <a:moveTo>
                    <a:pt x="2063" y="0"/>
                  </a:moveTo>
                  <a:lnTo>
                    <a:pt x="7066" y="1410"/>
                  </a:lnTo>
                  <a:lnTo>
                    <a:pt x="0" y="1410"/>
                  </a:lnTo>
                  <a:close/>
                </a:path>
              </a:pathLst>
            </a:custGeom>
            <a:solidFill>
              <a:srgbClr val="B7E8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35"/>
            <p:cNvSpPr/>
            <p:nvPr/>
          </p:nvSpPr>
          <p:spPr>
            <a:xfrm>
              <a:off x="4049175" y="2410900"/>
              <a:ext cx="140150" cy="41725"/>
            </a:xfrm>
            <a:custGeom>
              <a:avLst/>
              <a:gdLst/>
              <a:ahLst/>
              <a:cxnLst/>
              <a:rect l="l" t="t" r="r" b="b"/>
              <a:pathLst>
                <a:path w="5606" h="1669" extrusionOk="0">
                  <a:moveTo>
                    <a:pt x="895" y="0"/>
                  </a:moveTo>
                  <a:lnTo>
                    <a:pt x="2837" y="1066"/>
                  </a:lnTo>
                  <a:lnTo>
                    <a:pt x="5605" y="1668"/>
                  </a:lnTo>
                  <a:lnTo>
                    <a:pt x="0" y="1668"/>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35"/>
            <p:cNvSpPr/>
            <p:nvPr/>
          </p:nvSpPr>
          <p:spPr>
            <a:xfrm>
              <a:off x="3490400" y="2428950"/>
              <a:ext cx="124675" cy="23675"/>
            </a:xfrm>
            <a:custGeom>
              <a:avLst/>
              <a:gdLst/>
              <a:ahLst/>
              <a:cxnLst/>
              <a:rect l="l" t="t" r="r" b="b"/>
              <a:pathLst>
                <a:path w="4987" h="947" extrusionOk="0">
                  <a:moveTo>
                    <a:pt x="4986" y="946"/>
                  </a:moveTo>
                  <a:lnTo>
                    <a:pt x="4075" y="361"/>
                  </a:lnTo>
                  <a:lnTo>
                    <a:pt x="2958" y="447"/>
                  </a:lnTo>
                  <a:lnTo>
                    <a:pt x="1599" y="0"/>
                  </a:lnTo>
                  <a:lnTo>
                    <a:pt x="533" y="379"/>
                  </a:lnTo>
                  <a:lnTo>
                    <a:pt x="0" y="946"/>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35"/>
            <p:cNvSpPr/>
            <p:nvPr/>
          </p:nvSpPr>
          <p:spPr>
            <a:xfrm>
              <a:off x="3898725" y="2434525"/>
              <a:ext cx="196900" cy="18100"/>
            </a:xfrm>
            <a:custGeom>
              <a:avLst/>
              <a:gdLst/>
              <a:ahLst/>
              <a:cxnLst/>
              <a:rect l="l" t="t" r="r" b="b"/>
              <a:pathLst>
                <a:path w="7876" h="724" extrusionOk="0">
                  <a:moveTo>
                    <a:pt x="1" y="723"/>
                  </a:moveTo>
                  <a:lnTo>
                    <a:pt x="757" y="190"/>
                  </a:lnTo>
                  <a:lnTo>
                    <a:pt x="2477" y="1"/>
                  </a:lnTo>
                  <a:lnTo>
                    <a:pt x="3457" y="362"/>
                  </a:lnTo>
                  <a:lnTo>
                    <a:pt x="4058" y="1"/>
                  </a:lnTo>
                  <a:lnTo>
                    <a:pt x="4884" y="156"/>
                  </a:lnTo>
                  <a:lnTo>
                    <a:pt x="5365" y="517"/>
                  </a:lnTo>
                  <a:lnTo>
                    <a:pt x="6018" y="293"/>
                  </a:lnTo>
                  <a:lnTo>
                    <a:pt x="7875" y="723"/>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35"/>
            <p:cNvSpPr/>
            <p:nvPr/>
          </p:nvSpPr>
          <p:spPr>
            <a:xfrm>
              <a:off x="3353725" y="2449150"/>
              <a:ext cx="835600" cy="507225"/>
            </a:xfrm>
            <a:custGeom>
              <a:avLst/>
              <a:gdLst/>
              <a:ahLst/>
              <a:cxnLst/>
              <a:rect l="l" t="t" r="r" b="b"/>
              <a:pathLst>
                <a:path w="33424" h="20289" extrusionOk="0">
                  <a:moveTo>
                    <a:pt x="27939" y="1"/>
                  </a:moveTo>
                  <a:lnTo>
                    <a:pt x="26340" y="1"/>
                  </a:lnTo>
                  <a:lnTo>
                    <a:pt x="22953" y="1"/>
                  </a:lnTo>
                  <a:lnTo>
                    <a:pt x="19583" y="1"/>
                  </a:lnTo>
                  <a:lnTo>
                    <a:pt x="16866" y="1"/>
                  </a:lnTo>
                  <a:lnTo>
                    <a:pt x="11605" y="1"/>
                  </a:lnTo>
                  <a:lnTo>
                    <a:pt x="5588" y="1"/>
                  </a:lnTo>
                  <a:lnTo>
                    <a:pt x="3748" y="1"/>
                  </a:lnTo>
                  <a:lnTo>
                    <a:pt x="0" y="1"/>
                  </a:lnTo>
                  <a:lnTo>
                    <a:pt x="2012" y="1840"/>
                  </a:lnTo>
                  <a:lnTo>
                    <a:pt x="4694" y="1668"/>
                  </a:lnTo>
                  <a:lnTo>
                    <a:pt x="5966" y="4849"/>
                  </a:lnTo>
                  <a:lnTo>
                    <a:pt x="8992" y="6534"/>
                  </a:lnTo>
                  <a:lnTo>
                    <a:pt x="11158" y="11950"/>
                  </a:lnTo>
                  <a:lnTo>
                    <a:pt x="12981" y="12947"/>
                  </a:lnTo>
                  <a:lnTo>
                    <a:pt x="12001" y="17847"/>
                  </a:lnTo>
                  <a:lnTo>
                    <a:pt x="16093" y="20288"/>
                  </a:lnTo>
                  <a:lnTo>
                    <a:pt x="20219" y="19291"/>
                  </a:lnTo>
                  <a:lnTo>
                    <a:pt x="21973" y="17176"/>
                  </a:lnTo>
                  <a:lnTo>
                    <a:pt x="22592" y="10540"/>
                  </a:lnTo>
                  <a:lnTo>
                    <a:pt x="24810" y="8236"/>
                  </a:lnTo>
                  <a:lnTo>
                    <a:pt x="25704" y="3577"/>
                  </a:lnTo>
                  <a:lnTo>
                    <a:pt x="27114" y="2631"/>
                  </a:lnTo>
                  <a:lnTo>
                    <a:pt x="28902" y="1410"/>
                  </a:lnTo>
                  <a:lnTo>
                    <a:pt x="31343" y="1410"/>
                  </a:lnTo>
                  <a:lnTo>
                    <a:pt x="33423" y="1"/>
                  </a:lnTo>
                  <a:close/>
                </a:path>
              </a:pathLst>
            </a:custGeom>
            <a:solidFill>
              <a:srgbClr val="36A3D2">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34" name="Google Shape;1334;p35"/>
          <p:cNvGrpSpPr/>
          <p:nvPr/>
        </p:nvGrpSpPr>
        <p:grpSpPr>
          <a:xfrm>
            <a:off x="-4254255" y="3207427"/>
            <a:ext cx="5098569" cy="2727209"/>
            <a:chOff x="3090225" y="3044025"/>
            <a:chExt cx="986050" cy="527425"/>
          </a:xfrm>
        </p:grpSpPr>
        <p:sp>
          <p:nvSpPr>
            <p:cNvPr id="1335" name="Google Shape;1335;p35"/>
            <p:cNvSpPr/>
            <p:nvPr/>
          </p:nvSpPr>
          <p:spPr>
            <a:xfrm>
              <a:off x="3090225" y="3307950"/>
              <a:ext cx="986050" cy="263500"/>
            </a:xfrm>
            <a:custGeom>
              <a:avLst/>
              <a:gdLst/>
              <a:ahLst/>
              <a:cxnLst/>
              <a:rect l="l" t="t" r="r" b="b"/>
              <a:pathLst>
                <a:path w="39442" h="10540" extrusionOk="0">
                  <a:moveTo>
                    <a:pt x="36828" y="0"/>
                  </a:moveTo>
                  <a:lnTo>
                    <a:pt x="34318" y="0"/>
                  </a:lnTo>
                  <a:lnTo>
                    <a:pt x="29229" y="0"/>
                  </a:lnTo>
                  <a:lnTo>
                    <a:pt x="24071" y="0"/>
                  </a:lnTo>
                  <a:lnTo>
                    <a:pt x="19188" y="0"/>
                  </a:lnTo>
                  <a:lnTo>
                    <a:pt x="16816" y="0"/>
                  </a:lnTo>
                  <a:lnTo>
                    <a:pt x="11709" y="0"/>
                  </a:lnTo>
                  <a:lnTo>
                    <a:pt x="7015" y="0"/>
                  </a:lnTo>
                  <a:lnTo>
                    <a:pt x="4505" y="0"/>
                  </a:lnTo>
                  <a:lnTo>
                    <a:pt x="1" y="0"/>
                  </a:lnTo>
                  <a:lnTo>
                    <a:pt x="929" y="654"/>
                  </a:lnTo>
                  <a:lnTo>
                    <a:pt x="2373" y="1256"/>
                  </a:lnTo>
                  <a:lnTo>
                    <a:pt x="4505" y="516"/>
                  </a:lnTo>
                  <a:lnTo>
                    <a:pt x="7015" y="3061"/>
                  </a:lnTo>
                  <a:lnTo>
                    <a:pt x="9182" y="3766"/>
                  </a:lnTo>
                  <a:lnTo>
                    <a:pt x="13119" y="3319"/>
                  </a:lnTo>
                  <a:lnTo>
                    <a:pt x="15371" y="4900"/>
                  </a:lnTo>
                  <a:lnTo>
                    <a:pt x="18380" y="9216"/>
                  </a:lnTo>
                  <a:lnTo>
                    <a:pt x="22885" y="10540"/>
                  </a:lnTo>
                  <a:lnTo>
                    <a:pt x="23658" y="6964"/>
                  </a:lnTo>
                  <a:lnTo>
                    <a:pt x="27235" y="6104"/>
                  </a:lnTo>
                  <a:lnTo>
                    <a:pt x="29263" y="4178"/>
                  </a:lnTo>
                  <a:lnTo>
                    <a:pt x="32014" y="4178"/>
                  </a:lnTo>
                  <a:lnTo>
                    <a:pt x="34524" y="1341"/>
                  </a:lnTo>
                  <a:lnTo>
                    <a:pt x="36536" y="1926"/>
                  </a:lnTo>
                  <a:lnTo>
                    <a:pt x="39442" y="0"/>
                  </a:lnTo>
                  <a:close/>
                </a:path>
              </a:pathLst>
            </a:custGeom>
            <a:solidFill>
              <a:srgbClr val="36A3D2">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35"/>
            <p:cNvSpPr/>
            <p:nvPr/>
          </p:nvSpPr>
          <p:spPr>
            <a:xfrm>
              <a:off x="3090225" y="3044025"/>
              <a:ext cx="986050" cy="263950"/>
            </a:xfrm>
            <a:custGeom>
              <a:avLst/>
              <a:gdLst/>
              <a:ahLst/>
              <a:cxnLst/>
              <a:rect l="l" t="t" r="r" b="b"/>
              <a:pathLst>
                <a:path w="39442" h="10558" extrusionOk="0">
                  <a:moveTo>
                    <a:pt x="38496" y="9887"/>
                  </a:moveTo>
                  <a:lnTo>
                    <a:pt x="37052" y="9302"/>
                  </a:lnTo>
                  <a:lnTo>
                    <a:pt x="34920" y="10024"/>
                  </a:lnTo>
                  <a:lnTo>
                    <a:pt x="32410" y="7480"/>
                  </a:lnTo>
                  <a:lnTo>
                    <a:pt x="30243" y="6775"/>
                  </a:lnTo>
                  <a:lnTo>
                    <a:pt x="26306" y="7222"/>
                  </a:lnTo>
                  <a:lnTo>
                    <a:pt x="24054" y="5657"/>
                  </a:lnTo>
                  <a:lnTo>
                    <a:pt x="21045" y="1325"/>
                  </a:lnTo>
                  <a:lnTo>
                    <a:pt x="16540" y="1"/>
                  </a:lnTo>
                  <a:lnTo>
                    <a:pt x="15767" y="3577"/>
                  </a:lnTo>
                  <a:lnTo>
                    <a:pt x="12191" y="4437"/>
                  </a:lnTo>
                  <a:lnTo>
                    <a:pt x="10162" y="6379"/>
                  </a:lnTo>
                  <a:lnTo>
                    <a:pt x="7411" y="6379"/>
                  </a:lnTo>
                  <a:lnTo>
                    <a:pt x="4901" y="9199"/>
                  </a:lnTo>
                  <a:lnTo>
                    <a:pt x="2889" y="8615"/>
                  </a:lnTo>
                  <a:lnTo>
                    <a:pt x="1" y="10557"/>
                  </a:lnTo>
                  <a:lnTo>
                    <a:pt x="22610" y="10557"/>
                  </a:lnTo>
                  <a:lnTo>
                    <a:pt x="32410" y="10557"/>
                  </a:lnTo>
                  <a:lnTo>
                    <a:pt x="39442" y="10557"/>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35"/>
            <p:cNvSpPr/>
            <p:nvPr/>
          </p:nvSpPr>
          <p:spPr>
            <a:xfrm>
              <a:off x="3212725" y="3203500"/>
              <a:ext cx="132425" cy="104475"/>
            </a:xfrm>
            <a:custGeom>
              <a:avLst/>
              <a:gdLst/>
              <a:ahLst/>
              <a:cxnLst/>
              <a:rect l="l" t="t" r="r" b="b"/>
              <a:pathLst>
                <a:path w="5297" h="4179" extrusionOk="0">
                  <a:moveTo>
                    <a:pt x="1" y="2820"/>
                  </a:moveTo>
                  <a:lnTo>
                    <a:pt x="2511" y="0"/>
                  </a:lnTo>
                  <a:lnTo>
                    <a:pt x="5296" y="4178"/>
                  </a:lnTo>
                  <a:lnTo>
                    <a:pt x="224" y="4178"/>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35"/>
            <p:cNvSpPr/>
            <p:nvPr/>
          </p:nvSpPr>
          <p:spPr>
            <a:xfrm>
              <a:off x="3155125" y="3274000"/>
              <a:ext cx="63225" cy="33975"/>
            </a:xfrm>
            <a:custGeom>
              <a:avLst/>
              <a:gdLst/>
              <a:ahLst/>
              <a:cxnLst/>
              <a:rect l="l" t="t" r="r" b="b"/>
              <a:pathLst>
                <a:path w="2529" h="1359" extrusionOk="0">
                  <a:moveTo>
                    <a:pt x="2305" y="0"/>
                  </a:moveTo>
                  <a:lnTo>
                    <a:pt x="413" y="361"/>
                  </a:lnTo>
                  <a:lnTo>
                    <a:pt x="1" y="1358"/>
                  </a:lnTo>
                  <a:lnTo>
                    <a:pt x="2528" y="1358"/>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35"/>
            <p:cNvSpPr/>
            <p:nvPr/>
          </p:nvSpPr>
          <p:spPr>
            <a:xfrm>
              <a:off x="3090225" y="3283025"/>
              <a:ext cx="75250" cy="24950"/>
            </a:xfrm>
            <a:custGeom>
              <a:avLst/>
              <a:gdLst/>
              <a:ahLst/>
              <a:cxnLst/>
              <a:rect l="l" t="t" r="r" b="b"/>
              <a:pathLst>
                <a:path w="3010" h="998" extrusionOk="0">
                  <a:moveTo>
                    <a:pt x="3009" y="0"/>
                  </a:moveTo>
                  <a:lnTo>
                    <a:pt x="1" y="997"/>
                  </a:lnTo>
                  <a:lnTo>
                    <a:pt x="2597" y="997"/>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35"/>
            <p:cNvSpPr/>
            <p:nvPr/>
          </p:nvSpPr>
          <p:spPr>
            <a:xfrm>
              <a:off x="3275475" y="3203500"/>
              <a:ext cx="72250" cy="104475"/>
            </a:xfrm>
            <a:custGeom>
              <a:avLst/>
              <a:gdLst/>
              <a:ahLst/>
              <a:cxnLst/>
              <a:rect l="l" t="t" r="r" b="b"/>
              <a:pathLst>
                <a:path w="2890" h="4179" extrusionOk="0">
                  <a:moveTo>
                    <a:pt x="2786" y="4178"/>
                  </a:moveTo>
                  <a:lnTo>
                    <a:pt x="2270" y="379"/>
                  </a:lnTo>
                  <a:lnTo>
                    <a:pt x="2889" y="1393"/>
                  </a:lnTo>
                  <a:lnTo>
                    <a:pt x="2752" y="0"/>
                  </a:ln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35"/>
            <p:cNvSpPr/>
            <p:nvPr/>
          </p:nvSpPr>
          <p:spPr>
            <a:xfrm>
              <a:off x="3345125" y="3248200"/>
              <a:ext cx="128975" cy="59775"/>
            </a:xfrm>
            <a:custGeom>
              <a:avLst/>
              <a:gdLst/>
              <a:ahLst/>
              <a:cxnLst/>
              <a:rect l="l" t="t" r="r" b="b"/>
              <a:pathLst>
                <a:path w="5159" h="2391" extrusionOk="0">
                  <a:moveTo>
                    <a:pt x="0" y="2390"/>
                  </a:moveTo>
                  <a:lnTo>
                    <a:pt x="1599" y="1"/>
                  </a:lnTo>
                  <a:lnTo>
                    <a:pt x="4556" y="1531"/>
                  </a:lnTo>
                  <a:lnTo>
                    <a:pt x="5158" y="239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35"/>
            <p:cNvSpPr/>
            <p:nvPr/>
          </p:nvSpPr>
          <p:spPr>
            <a:xfrm>
              <a:off x="3385100" y="3219825"/>
              <a:ext cx="136275" cy="66650"/>
            </a:xfrm>
            <a:custGeom>
              <a:avLst/>
              <a:gdLst/>
              <a:ahLst/>
              <a:cxnLst/>
              <a:rect l="l" t="t" r="r" b="b"/>
              <a:pathLst>
                <a:path w="5451" h="2666" extrusionOk="0">
                  <a:moveTo>
                    <a:pt x="0" y="1136"/>
                  </a:moveTo>
                  <a:lnTo>
                    <a:pt x="5450" y="1"/>
                  </a:lnTo>
                  <a:lnTo>
                    <a:pt x="2957" y="2666"/>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35"/>
            <p:cNvSpPr/>
            <p:nvPr/>
          </p:nvSpPr>
          <p:spPr>
            <a:xfrm>
              <a:off x="3459025" y="3219825"/>
              <a:ext cx="137125" cy="88150"/>
            </a:xfrm>
            <a:custGeom>
              <a:avLst/>
              <a:gdLst/>
              <a:ahLst/>
              <a:cxnLst/>
              <a:rect l="l" t="t" r="r" b="b"/>
              <a:pathLst>
                <a:path w="5485" h="3526" extrusionOk="0">
                  <a:moveTo>
                    <a:pt x="602" y="3525"/>
                  </a:moveTo>
                  <a:lnTo>
                    <a:pt x="5485" y="3525"/>
                  </a:lnTo>
                  <a:lnTo>
                    <a:pt x="2493" y="1"/>
                  </a:lnTo>
                  <a:lnTo>
                    <a:pt x="0" y="2666"/>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35"/>
            <p:cNvSpPr/>
            <p:nvPr/>
          </p:nvSpPr>
          <p:spPr>
            <a:xfrm>
              <a:off x="3464175" y="3133450"/>
              <a:ext cx="57200" cy="86400"/>
            </a:xfrm>
            <a:custGeom>
              <a:avLst/>
              <a:gdLst/>
              <a:ahLst/>
              <a:cxnLst/>
              <a:rect l="l" t="t" r="r" b="b"/>
              <a:pathLst>
                <a:path w="2288" h="3456" extrusionOk="0">
                  <a:moveTo>
                    <a:pt x="2287" y="3456"/>
                  </a:moveTo>
                  <a:lnTo>
                    <a:pt x="1" y="1702"/>
                  </a:lnTo>
                  <a:lnTo>
                    <a:pt x="80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35"/>
            <p:cNvSpPr/>
            <p:nvPr/>
          </p:nvSpPr>
          <p:spPr>
            <a:xfrm>
              <a:off x="3385100" y="3176000"/>
              <a:ext cx="136275" cy="72225"/>
            </a:xfrm>
            <a:custGeom>
              <a:avLst/>
              <a:gdLst/>
              <a:ahLst/>
              <a:cxnLst/>
              <a:rect l="l" t="t" r="r" b="b"/>
              <a:pathLst>
                <a:path w="5451" h="2889" extrusionOk="0">
                  <a:moveTo>
                    <a:pt x="3164" y="0"/>
                  </a:moveTo>
                  <a:lnTo>
                    <a:pt x="310" y="1754"/>
                  </a:lnTo>
                  <a:lnTo>
                    <a:pt x="0" y="2889"/>
                  </a:lnTo>
                  <a:lnTo>
                    <a:pt x="5450" y="175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35"/>
            <p:cNvSpPr/>
            <p:nvPr/>
          </p:nvSpPr>
          <p:spPr>
            <a:xfrm>
              <a:off x="3344250" y="3133450"/>
              <a:ext cx="140150" cy="70075"/>
            </a:xfrm>
            <a:custGeom>
              <a:avLst/>
              <a:gdLst/>
              <a:ahLst/>
              <a:cxnLst/>
              <a:rect l="l" t="t" r="r" b="b"/>
              <a:pathLst>
                <a:path w="5606" h="2803" extrusionOk="0">
                  <a:moveTo>
                    <a:pt x="1" y="2802"/>
                  </a:moveTo>
                  <a:lnTo>
                    <a:pt x="2270" y="1221"/>
                  </a:lnTo>
                  <a:lnTo>
                    <a:pt x="4798" y="860"/>
                  </a:lnTo>
                  <a:lnTo>
                    <a:pt x="4798" y="1702"/>
                  </a:lnTo>
                  <a:lnTo>
                    <a:pt x="5606" y="0"/>
                  </a:lnTo>
                  <a:lnTo>
                    <a:pt x="2030" y="86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35"/>
            <p:cNvSpPr/>
            <p:nvPr/>
          </p:nvSpPr>
          <p:spPr>
            <a:xfrm>
              <a:off x="3344250" y="3203500"/>
              <a:ext cx="48600" cy="44725"/>
            </a:xfrm>
            <a:custGeom>
              <a:avLst/>
              <a:gdLst/>
              <a:ahLst/>
              <a:cxnLst/>
              <a:rect l="l" t="t" r="r" b="b"/>
              <a:pathLst>
                <a:path w="1944" h="1789" extrusionOk="0">
                  <a:moveTo>
                    <a:pt x="1944" y="654"/>
                  </a:moveTo>
                  <a:lnTo>
                    <a:pt x="1" y="0"/>
                  </a:lnTo>
                  <a:lnTo>
                    <a:pt x="138" y="1393"/>
                  </a:lnTo>
                  <a:lnTo>
                    <a:pt x="1634" y="1789"/>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35"/>
            <p:cNvSpPr/>
            <p:nvPr/>
          </p:nvSpPr>
          <p:spPr>
            <a:xfrm>
              <a:off x="3521350" y="3219825"/>
              <a:ext cx="153475" cy="88150"/>
            </a:xfrm>
            <a:custGeom>
              <a:avLst/>
              <a:gdLst/>
              <a:ahLst/>
              <a:cxnLst/>
              <a:rect l="l" t="t" r="r" b="b"/>
              <a:pathLst>
                <a:path w="6139" h="3526" extrusionOk="0">
                  <a:moveTo>
                    <a:pt x="0" y="1"/>
                  </a:moveTo>
                  <a:lnTo>
                    <a:pt x="6138" y="2494"/>
                  </a:lnTo>
                  <a:lnTo>
                    <a:pt x="2992" y="3525"/>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35"/>
            <p:cNvSpPr/>
            <p:nvPr/>
          </p:nvSpPr>
          <p:spPr>
            <a:xfrm>
              <a:off x="3596125" y="3248200"/>
              <a:ext cx="187000" cy="59775"/>
            </a:xfrm>
            <a:custGeom>
              <a:avLst/>
              <a:gdLst/>
              <a:ahLst/>
              <a:cxnLst/>
              <a:rect l="l" t="t" r="r" b="b"/>
              <a:pathLst>
                <a:path w="7480" h="2391" extrusionOk="0">
                  <a:moveTo>
                    <a:pt x="3147" y="1359"/>
                  </a:moveTo>
                  <a:lnTo>
                    <a:pt x="5073" y="1"/>
                  </a:lnTo>
                  <a:lnTo>
                    <a:pt x="7480" y="2390"/>
                  </a:lnTo>
                  <a:lnTo>
                    <a:pt x="1" y="239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35"/>
            <p:cNvSpPr/>
            <p:nvPr/>
          </p:nvSpPr>
          <p:spPr>
            <a:xfrm>
              <a:off x="3521350" y="3188025"/>
              <a:ext cx="201600" cy="94150"/>
            </a:xfrm>
            <a:custGeom>
              <a:avLst/>
              <a:gdLst/>
              <a:ahLst/>
              <a:cxnLst/>
              <a:rect l="l" t="t" r="r" b="b"/>
              <a:pathLst>
                <a:path w="8064" h="3766" extrusionOk="0">
                  <a:moveTo>
                    <a:pt x="0" y="1273"/>
                  </a:moveTo>
                  <a:lnTo>
                    <a:pt x="5365" y="1"/>
                  </a:lnTo>
                  <a:lnTo>
                    <a:pt x="8064" y="2408"/>
                  </a:lnTo>
                  <a:lnTo>
                    <a:pt x="6138" y="3766"/>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35"/>
            <p:cNvSpPr/>
            <p:nvPr/>
          </p:nvSpPr>
          <p:spPr>
            <a:xfrm>
              <a:off x="3484375" y="3044025"/>
              <a:ext cx="207200" cy="141450"/>
            </a:xfrm>
            <a:custGeom>
              <a:avLst/>
              <a:gdLst/>
              <a:ahLst/>
              <a:cxnLst/>
              <a:rect l="l" t="t" r="r" b="b"/>
              <a:pathLst>
                <a:path w="8288" h="5658" extrusionOk="0">
                  <a:moveTo>
                    <a:pt x="1" y="3577"/>
                  </a:moveTo>
                  <a:lnTo>
                    <a:pt x="1187" y="1136"/>
                  </a:lnTo>
                  <a:lnTo>
                    <a:pt x="1479" y="5314"/>
                  </a:lnTo>
                  <a:lnTo>
                    <a:pt x="4144" y="3715"/>
                  </a:lnTo>
                  <a:lnTo>
                    <a:pt x="4952" y="1823"/>
                  </a:lnTo>
                  <a:lnTo>
                    <a:pt x="8288" y="5657"/>
                  </a:lnTo>
                  <a:lnTo>
                    <a:pt x="5279" y="1325"/>
                  </a:lnTo>
                  <a:lnTo>
                    <a:pt x="77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35"/>
            <p:cNvSpPr/>
            <p:nvPr/>
          </p:nvSpPr>
          <p:spPr>
            <a:xfrm>
              <a:off x="3521350" y="3181150"/>
              <a:ext cx="134125" cy="38700"/>
            </a:xfrm>
            <a:custGeom>
              <a:avLst/>
              <a:gdLst/>
              <a:ahLst/>
              <a:cxnLst/>
              <a:rect l="l" t="t" r="r" b="b"/>
              <a:pathLst>
                <a:path w="5365" h="1548" extrusionOk="0">
                  <a:moveTo>
                    <a:pt x="0" y="1548"/>
                  </a:moveTo>
                  <a:lnTo>
                    <a:pt x="1943" y="0"/>
                  </a:lnTo>
                  <a:lnTo>
                    <a:pt x="5365" y="276"/>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35"/>
            <p:cNvSpPr/>
            <p:nvPr/>
          </p:nvSpPr>
          <p:spPr>
            <a:xfrm>
              <a:off x="3655450" y="3188025"/>
              <a:ext cx="92450" cy="60200"/>
            </a:xfrm>
            <a:custGeom>
              <a:avLst/>
              <a:gdLst/>
              <a:ahLst/>
              <a:cxnLst/>
              <a:rect l="l" t="t" r="r" b="b"/>
              <a:pathLst>
                <a:path w="3698" h="2408" extrusionOk="0">
                  <a:moveTo>
                    <a:pt x="1" y="1"/>
                  </a:moveTo>
                  <a:lnTo>
                    <a:pt x="3697" y="1462"/>
                  </a:lnTo>
                  <a:lnTo>
                    <a:pt x="2700" y="2408"/>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35"/>
            <p:cNvSpPr/>
            <p:nvPr/>
          </p:nvSpPr>
          <p:spPr>
            <a:xfrm>
              <a:off x="3722925" y="3224550"/>
              <a:ext cx="128550" cy="83425"/>
            </a:xfrm>
            <a:custGeom>
              <a:avLst/>
              <a:gdLst/>
              <a:ahLst/>
              <a:cxnLst/>
              <a:rect l="l" t="t" r="r" b="b"/>
              <a:pathLst>
                <a:path w="5142" h="3337" extrusionOk="0">
                  <a:moveTo>
                    <a:pt x="998" y="1"/>
                  </a:moveTo>
                  <a:lnTo>
                    <a:pt x="5142" y="947"/>
                  </a:lnTo>
                  <a:lnTo>
                    <a:pt x="2408" y="3336"/>
                  </a:lnTo>
                  <a:lnTo>
                    <a:pt x="1" y="947"/>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35"/>
            <p:cNvSpPr/>
            <p:nvPr/>
          </p:nvSpPr>
          <p:spPr>
            <a:xfrm>
              <a:off x="3783100" y="3248200"/>
              <a:ext cx="180125" cy="59775"/>
            </a:xfrm>
            <a:custGeom>
              <a:avLst/>
              <a:gdLst/>
              <a:ahLst/>
              <a:cxnLst/>
              <a:rect l="l" t="t" r="r" b="b"/>
              <a:pathLst>
                <a:path w="7205" h="2391" extrusionOk="0">
                  <a:moveTo>
                    <a:pt x="2735" y="1"/>
                  </a:moveTo>
                  <a:lnTo>
                    <a:pt x="7205" y="1857"/>
                  </a:lnTo>
                  <a:lnTo>
                    <a:pt x="7205" y="2390"/>
                  </a:lnTo>
                  <a:lnTo>
                    <a:pt x="1" y="2390"/>
                  </a:lnTo>
                  <a:close/>
                </a:path>
              </a:pathLst>
            </a:custGeom>
            <a:solidFill>
              <a:srgbClr val="45AB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35"/>
            <p:cNvSpPr/>
            <p:nvPr/>
          </p:nvSpPr>
          <p:spPr>
            <a:xfrm>
              <a:off x="3747875" y="3213375"/>
              <a:ext cx="215350" cy="81275"/>
            </a:xfrm>
            <a:custGeom>
              <a:avLst/>
              <a:gdLst/>
              <a:ahLst/>
              <a:cxnLst/>
              <a:rect l="l" t="t" r="r" b="b"/>
              <a:pathLst>
                <a:path w="8614" h="3251" extrusionOk="0">
                  <a:moveTo>
                    <a:pt x="0" y="448"/>
                  </a:moveTo>
                  <a:lnTo>
                    <a:pt x="3679" y="362"/>
                  </a:lnTo>
                  <a:lnTo>
                    <a:pt x="8614" y="3250"/>
                  </a:lnTo>
                  <a:lnTo>
                    <a:pt x="6104" y="706"/>
                  </a:lnTo>
                  <a:lnTo>
                    <a:pt x="39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35"/>
            <p:cNvSpPr/>
            <p:nvPr/>
          </p:nvSpPr>
          <p:spPr>
            <a:xfrm>
              <a:off x="3963200" y="3294625"/>
              <a:ext cx="113075" cy="13350"/>
            </a:xfrm>
            <a:custGeom>
              <a:avLst/>
              <a:gdLst/>
              <a:ahLst/>
              <a:cxnLst/>
              <a:rect l="l" t="t" r="r" b="b"/>
              <a:pathLst>
                <a:path w="4523" h="534" extrusionOk="0">
                  <a:moveTo>
                    <a:pt x="1" y="0"/>
                  </a:moveTo>
                  <a:lnTo>
                    <a:pt x="4523" y="533"/>
                  </a:lnTo>
                  <a:lnTo>
                    <a:pt x="1" y="533"/>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35"/>
            <p:cNvSpPr/>
            <p:nvPr/>
          </p:nvSpPr>
          <p:spPr>
            <a:xfrm>
              <a:off x="3963200" y="3276575"/>
              <a:ext cx="89450" cy="18075"/>
            </a:xfrm>
            <a:custGeom>
              <a:avLst/>
              <a:gdLst/>
              <a:ahLst/>
              <a:cxnLst/>
              <a:rect l="l" t="t" r="r" b="b"/>
              <a:pathLst>
                <a:path w="3578" h="723" extrusionOk="0">
                  <a:moveTo>
                    <a:pt x="1" y="722"/>
                  </a:moveTo>
                  <a:lnTo>
                    <a:pt x="2030" y="327"/>
                  </a:lnTo>
                  <a:lnTo>
                    <a:pt x="3577" y="585"/>
                  </a:lnTo>
                  <a:lnTo>
                    <a:pt x="213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35"/>
            <p:cNvSpPr/>
            <p:nvPr/>
          </p:nvSpPr>
          <p:spPr>
            <a:xfrm>
              <a:off x="3132775" y="3259375"/>
              <a:ext cx="79975" cy="28825"/>
            </a:xfrm>
            <a:custGeom>
              <a:avLst/>
              <a:gdLst/>
              <a:ahLst/>
              <a:cxnLst/>
              <a:rect l="l" t="t" r="r" b="b"/>
              <a:pathLst>
                <a:path w="3199" h="1153" extrusionOk="0">
                  <a:moveTo>
                    <a:pt x="1187" y="1"/>
                  </a:moveTo>
                  <a:lnTo>
                    <a:pt x="1" y="1153"/>
                  </a:lnTo>
                  <a:lnTo>
                    <a:pt x="1961" y="413"/>
                  </a:lnTo>
                  <a:lnTo>
                    <a:pt x="3199" y="585"/>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Manrope"/>
              <a:buNone/>
              <a:defRPr sz="3500" b="1">
                <a:solidFill>
                  <a:schemeClr val="dk1"/>
                </a:solidFill>
                <a:latin typeface="Manrope"/>
                <a:ea typeface="Manrope"/>
                <a:cs typeface="Manrope"/>
                <a:sym typeface="Manrope"/>
              </a:defRPr>
            </a:lvl1pPr>
            <a:lvl2pPr lvl="1" rtl="0">
              <a:spcBef>
                <a:spcPts val="0"/>
              </a:spcBef>
              <a:spcAft>
                <a:spcPts val="0"/>
              </a:spcAft>
              <a:buClr>
                <a:schemeClr val="dk1"/>
              </a:buClr>
              <a:buSzPts val="3500"/>
              <a:buFont typeface="Manrope"/>
              <a:buNone/>
              <a:defRPr sz="3500" b="1">
                <a:solidFill>
                  <a:schemeClr val="dk1"/>
                </a:solidFill>
                <a:latin typeface="Manrope"/>
                <a:ea typeface="Manrope"/>
                <a:cs typeface="Manrope"/>
                <a:sym typeface="Manrope"/>
              </a:defRPr>
            </a:lvl2pPr>
            <a:lvl3pPr lvl="2" rtl="0">
              <a:spcBef>
                <a:spcPts val="0"/>
              </a:spcBef>
              <a:spcAft>
                <a:spcPts val="0"/>
              </a:spcAft>
              <a:buClr>
                <a:schemeClr val="dk1"/>
              </a:buClr>
              <a:buSzPts val="3500"/>
              <a:buFont typeface="Manrope"/>
              <a:buNone/>
              <a:defRPr sz="3500" b="1">
                <a:solidFill>
                  <a:schemeClr val="dk1"/>
                </a:solidFill>
                <a:latin typeface="Manrope"/>
                <a:ea typeface="Manrope"/>
                <a:cs typeface="Manrope"/>
                <a:sym typeface="Manrope"/>
              </a:defRPr>
            </a:lvl3pPr>
            <a:lvl4pPr lvl="3" rtl="0">
              <a:spcBef>
                <a:spcPts val="0"/>
              </a:spcBef>
              <a:spcAft>
                <a:spcPts val="0"/>
              </a:spcAft>
              <a:buClr>
                <a:schemeClr val="dk1"/>
              </a:buClr>
              <a:buSzPts val="3500"/>
              <a:buFont typeface="Manrope"/>
              <a:buNone/>
              <a:defRPr sz="3500" b="1">
                <a:solidFill>
                  <a:schemeClr val="dk1"/>
                </a:solidFill>
                <a:latin typeface="Manrope"/>
                <a:ea typeface="Manrope"/>
                <a:cs typeface="Manrope"/>
                <a:sym typeface="Manrope"/>
              </a:defRPr>
            </a:lvl4pPr>
            <a:lvl5pPr lvl="4" rtl="0">
              <a:spcBef>
                <a:spcPts val="0"/>
              </a:spcBef>
              <a:spcAft>
                <a:spcPts val="0"/>
              </a:spcAft>
              <a:buClr>
                <a:schemeClr val="dk1"/>
              </a:buClr>
              <a:buSzPts val="3500"/>
              <a:buFont typeface="Manrope"/>
              <a:buNone/>
              <a:defRPr sz="3500" b="1">
                <a:solidFill>
                  <a:schemeClr val="dk1"/>
                </a:solidFill>
                <a:latin typeface="Manrope"/>
                <a:ea typeface="Manrope"/>
                <a:cs typeface="Manrope"/>
                <a:sym typeface="Manrope"/>
              </a:defRPr>
            </a:lvl5pPr>
            <a:lvl6pPr lvl="5" rtl="0">
              <a:spcBef>
                <a:spcPts val="0"/>
              </a:spcBef>
              <a:spcAft>
                <a:spcPts val="0"/>
              </a:spcAft>
              <a:buClr>
                <a:schemeClr val="dk1"/>
              </a:buClr>
              <a:buSzPts val="3500"/>
              <a:buFont typeface="Manrope"/>
              <a:buNone/>
              <a:defRPr sz="3500" b="1">
                <a:solidFill>
                  <a:schemeClr val="dk1"/>
                </a:solidFill>
                <a:latin typeface="Manrope"/>
                <a:ea typeface="Manrope"/>
                <a:cs typeface="Manrope"/>
                <a:sym typeface="Manrope"/>
              </a:defRPr>
            </a:lvl6pPr>
            <a:lvl7pPr lvl="6" rtl="0">
              <a:spcBef>
                <a:spcPts val="0"/>
              </a:spcBef>
              <a:spcAft>
                <a:spcPts val="0"/>
              </a:spcAft>
              <a:buClr>
                <a:schemeClr val="dk1"/>
              </a:buClr>
              <a:buSzPts val="3500"/>
              <a:buFont typeface="Manrope"/>
              <a:buNone/>
              <a:defRPr sz="3500" b="1">
                <a:solidFill>
                  <a:schemeClr val="dk1"/>
                </a:solidFill>
                <a:latin typeface="Manrope"/>
                <a:ea typeface="Manrope"/>
                <a:cs typeface="Manrope"/>
                <a:sym typeface="Manrope"/>
              </a:defRPr>
            </a:lvl7pPr>
            <a:lvl8pPr lvl="7" rtl="0">
              <a:spcBef>
                <a:spcPts val="0"/>
              </a:spcBef>
              <a:spcAft>
                <a:spcPts val="0"/>
              </a:spcAft>
              <a:buClr>
                <a:schemeClr val="dk1"/>
              </a:buClr>
              <a:buSzPts val="3500"/>
              <a:buFont typeface="Manrope"/>
              <a:buNone/>
              <a:defRPr sz="3500" b="1">
                <a:solidFill>
                  <a:schemeClr val="dk1"/>
                </a:solidFill>
                <a:latin typeface="Manrope"/>
                <a:ea typeface="Manrope"/>
                <a:cs typeface="Manrope"/>
                <a:sym typeface="Manrope"/>
              </a:defRPr>
            </a:lvl8pPr>
            <a:lvl9pPr lvl="8" rtl="0">
              <a:spcBef>
                <a:spcPts val="0"/>
              </a:spcBef>
              <a:spcAft>
                <a:spcPts val="0"/>
              </a:spcAft>
              <a:buClr>
                <a:schemeClr val="dk1"/>
              </a:buClr>
              <a:buSzPts val="3500"/>
              <a:buFont typeface="Manrope"/>
              <a:buNone/>
              <a:defRPr sz="3500" b="1">
                <a:solidFill>
                  <a:schemeClr val="dk1"/>
                </a:solidFill>
                <a:latin typeface="Manrope"/>
                <a:ea typeface="Manrope"/>
                <a:cs typeface="Manrope"/>
                <a:sym typeface="Manrope"/>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Alata"/>
              <a:buChar char="●"/>
              <a:defRPr>
                <a:solidFill>
                  <a:schemeClr val="dk1"/>
                </a:solidFill>
                <a:latin typeface="Alata"/>
                <a:ea typeface="Alata"/>
                <a:cs typeface="Alata"/>
                <a:sym typeface="Alata"/>
              </a:defRPr>
            </a:lvl1pPr>
            <a:lvl2pPr marL="914400" lvl="1" indent="-317500">
              <a:lnSpc>
                <a:spcPct val="100000"/>
              </a:lnSpc>
              <a:spcBef>
                <a:spcPts val="1600"/>
              </a:spcBef>
              <a:spcAft>
                <a:spcPts val="0"/>
              </a:spcAft>
              <a:buClr>
                <a:schemeClr val="dk1"/>
              </a:buClr>
              <a:buSzPts val="1400"/>
              <a:buFont typeface="Alata"/>
              <a:buChar char="○"/>
              <a:defRPr>
                <a:solidFill>
                  <a:schemeClr val="dk1"/>
                </a:solidFill>
                <a:latin typeface="Alata"/>
                <a:ea typeface="Alata"/>
                <a:cs typeface="Alata"/>
                <a:sym typeface="Alata"/>
              </a:defRPr>
            </a:lvl2pPr>
            <a:lvl3pPr marL="1371600" lvl="2" indent="-317500">
              <a:lnSpc>
                <a:spcPct val="100000"/>
              </a:lnSpc>
              <a:spcBef>
                <a:spcPts val="1600"/>
              </a:spcBef>
              <a:spcAft>
                <a:spcPts val="0"/>
              </a:spcAft>
              <a:buClr>
                <a:schemeClr val="dk1"/>
              </a:buClr>
              <a:buSzPts val="1400"/>
              <a:buFont typeface="Alata"/>
              <a:buChar char="■"/>
              <a:defRPr>
                <a:solidFill>
                  <a:schemeClr val="dk1"/>
                </a:solidFill>
                <a:latin typeface="Alata"/>
                <a:ea typeface="Alata"/>
                <a:cs typeface="Alata"/>
                <a:sym typeface="Alata"/>
              </a:defRPr>
            </a:lvl3pPr>
            <a:lvl4pPr marL="1828800" lvl="3" indent="-317500">
              <a:lnSpc>
                <a:spcPct val="100000"/>
              </a:lnSpc>
              <a:spcBef>
                <a:spcPts val="1600"/>
              </a:spcBef>
              <a:spcAft>
                <a:spcPts val="0"/>
              </a:spcAft>
              <a:buClr>
                <a:schemeClr val="dk1"/>
              </a:buClr>
              <a:buSzPts val="1400"/>
              <a:buFont typeface="Alata"/>
              <a:buChar char="●"/>
              <a:defRPr>
                <a:solidFill>
                  <a:schemeClr val="dk1"/>
                </a:solidFill>
                <a:latin typeface="Alata"/>
                <a:ea typeface="Alata"/>
                <a:cs typeface="Alata"/>
                <a:sym typeface="Alata"/>
              </a:defRPr>
            </a:lvl4pPr>
            <a:lvl5pPr marL="2286000" lvl="4" indent="-317500">
              <a:lnSpc>
                <a:spcPct val="100000"/>
              </a:lnSpc>
              <a:spcBef>
                <a:spcPts val="1600"/>
              </a:spcBef>
              <a:spcAft>
                <a:spcPts val="0"/>
              </a:spcAft>
              <a:buClr>
                <a:schemeClr val="dk1"/>
              </a:buClr>
              <a:buSzPts val="1400"/>
              <a:buFont typeface="Alata"/>
              <a:buChar char="○"/>
              <a:defRPr>
                <a:solidFill>
                  <a:schemeClr val="dk1"/>
                </a:solidFill>
                <a:latin typeface="Alata"/>
                <a:ea typeface="Alata"/>
                <a:cs typeface="Alata"/>
                <a:sym typeface="Alata"/>
              </a:defRPr>
            </a:lvl5pPr>
            <a:lvl6pPr marL="2743200" lvl="5" indent="-317500">
              <a:lnSpc>
                <a:spcPct val="100000"/>
              </a:lnSpc>
              <a:spcBef>
                <a:spcPts val="1600"/>
              </a:spcBef>
              <a:spcAft>
                <a:spcPts val="0"/>
              </a:spcAft>
              <a:buClr>
                <a:schemeClr val="dk1"/>
              </a:buClr>
              <a:buSzPts val="1400"/>
              <a:buFont typeface="Alata"/>
              <a:buChar char="■"/>
              <a:defRPr>
                <a:solidFill>
                  <a:schemeClr val="dk1"/>
                </a:solidFill>
                <a:latin typeface="Alata"/>
                <a:ea typeface="Alata"/>
                <a:cs typeface="Alata"/>
                <a:sym typeface="Alata"/>
              </a:defRPr>
            </a:lvl6pPr>
            <a:lvl7pPr marL="3200400" lvl="6" indent="-317500">
              <a:lnSpc>
                <a:spcPct val="100000"/>
              </a:lnSpc>
              <a:spcBef>
                <a:spcPts val="1600"/>
              </a:spcBef>
              <a:spcAft>
                <a:spcPts val="0"/>
              </a:spcAft>
              <a:buClr>
                <a:schemeClr val="dk1"/>
              </a:buClr>
              <a:buSzPts val="1400"/>
              <a:buFont typeface="Alata"/>
              <a:buChar char="●"/>
              <a:defRPr>
                <a:solidFill>
                  <a:schemeClr val="dk1"/>
                </a:solidFill>
                <a:latin typeface="Alata"/>
                <a:ea typeface="Alata"/>
                <a:cs typeface="Alata"/>
                <a:sym typeface="Alata"/>
              </a:defRPr>
            </a:lvl7pPr>
            <a:lvl8pPr marL="3657600" lvl="7" indent="-317500">
              <a:lnSpc>
                <a:spcPct val="100000"/>
              </a:lnSpc>
              <a:spcBef>
                <a:spcPts val="1600"/>
              </a:spcBef>
              <a:spcAft>
                <a:spcPts val="0"/>
              </a:spcAft>
              <a:buClr>
                <a:schemeClr val="dk1"/>
              </a:buClr>
              <a:buSzPts val="1400"/>
              <a:buFont typeface="Alata"/>
              <a:buChar char="○"/>
              <a:defRPr>
                <a:solidFill>
                  <a:schemeClr val="dk1"/>
                </a:solidFill>
                <a:latin typeface="Alata"/>
                <a:ea typeface="Alata"/>
                <a:cs typeface="Alata"/>
                <a:sym typeface="Alata"/>
              </a:defRPr>
            </a:lvl8pPr>
            <a:lvl9pPr marL="4114800" lvl="8" indent="-317500">
              <a:lnSpc>
                <a:spcPct val="100000"/>
              </a:lnSpc>
              <a:spcBef>
                <a:spcPts val="1600"/>
              </a:spcBef>
              <a:spcAft>
                <a:spcPts val="1600"/>
              </a:spcAft>
              <a:buClr>
                <a:schemeClr val="dk1"/>
              </a:buClr>
              <a:buSzPts val="1400"/>
              <a:buFont typeface="Alata"/>
              <a:buChar char="■"/>
              <a:defRPr>
                <a:solidFill>
                  <a:schemeClr val="dk1"/>
                </a:solidFill>
                <a:latin typeface="Alata"/>
                <a:ea typeface="Alata"/>
                <a:cs typeface="Alata"/>
                <a:sym typeface="Alata"/>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8" r:id="rId2"/>
    <p:sldLayoutId id="2147483665" r:id="rId3"/>
    <p:sldLayoutId id="2147483666" r:id="rId4"/>
    <p:sldLayoutId id="2147483677" r:id="rId5"/>
    <p:sldLayoutId id="2147483678" r:id="rId6"/>
    <p:sldLayoutId id="2147483680" r:id="rId7"/>
    <p:sldLayoutId id="2147483681" r:id="rId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hyperlink" Target="https://noaadata.apps.nsidc.org/NOAA/G02135/" TargetMode="External"/><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hyperlink" Target="https://gml.noaa.gov/ccgg/trends/" TargetMode="External"/><Relationship Id="rId4" Type="http://schemas.openxmlformats.org/officeDocument/2006/relationships/hyperlink" Target="https://gml.noaa.gov/ccgg/trends_ch4/"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69"/>
        <p:cNvGrpSpPr/>
        <p:nvPr/>
      </p:nvGrpSpPr>
      <p:grpSpPr>
        <a:xfrm>
          <a:off x="0" y="0"/>
          <a:ext cx="0" cy="0"/>
          <a:chOff x="0" y="0"/>
          <a:chExt cx="0" cy="0"/>
        </a:xfrm>
      </p:grpSpPr>
      <p:sp>
        <p:nvSpPr>
          <p:cNvPr id="1370" name="Google Shape;1370;p39"/>
          <p:cNvSpPr txBox="1">
            <a:spLocks noGrp="1"/>
          </p:cNvSpPr>
          <p:nvPr>
            <p:ph type="ctrTitle"/>
          </p:nvPr>
        </p:nvSpPr>
        <p:spPr>
          <a:xfrm>
            <a:off x="141804" y="273136"/>
            <a:ext cx="6968783" cy="1964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5400" dirty="0"/>
              <a:t>Predicting Arctic Sea Ice Extent</a:t>
            </a:r>
            <a:endParaRPr dirty="0"/>
          </a:p>
        </p:txBody>
      </p:sp>
      <p:sp>
        <p:nvSpPr>
          <p:cNvPr id="1371" name="Google Shape;1371;p39"/>
          <p:cNvSpPr txBox="1">
            <a:spLocks noGrp="1"/>
          </p:cNvSpPr>
          <p:nvPr>
            <p:ph type="subTitle" idx="1"/>
          </p:nvPr>
        </p:nvSpPr>
        <p:spPr>
          <a:xfrm>
            <a:off x="-18661" y="2623085"/>
            <a:ext cx="6719416" cy="2764389"/>
          </a:xfrm>
          <a:prstGeom prst="rect">
            <a:avLst/>
          </a:prstGeom>
        </p:spPr>
        <p:txBody>
          <a:bodyPr spcFirstLastPara="1" wrap="square" lIns="91425" tIns="91425" rIns="91425" bIns="91425" anchor="t" anchorCtr="0">
            <a:noAutofit/>
          </a:bodyPr>
          <a:lstStyle/>
          <a:p>
            <a:pPr algn="l"/>
            <a:r>
              <a:rPr lang="en-US" sz="1600" dirty="0"/>
              <a:t>A Time-Series Approach to Understanding Climate Change</a:t>
            </a:r>
          </a:p>
          <a:p>
            <a:pPr algn="l"/>
            <a:endParaRPr lang="en-US" dirty="0"/>
          </a:p>
          <a:p>
            <a:pPr algn="l"/>
            <a:endParaRPr lang="en-US" sz="1600" dirty="0"/>
          </a:p>
          <a:p>
            <a:endParaRPr lang="en-US" sz="1600" i="1" u="none" strike="noStrike" baseline="0" dirty="0">
              <a:latin typeface="Calibri" panose="020F0502020204030204" pitchFamily="34" charset="0"/>
            </a:endParaRPr>
          </a:p>
          <a:p>
            <a:endParaRPr lang="en-US" i="1" dirty="0">
              <a:latin typeface="Calibri" panose="020F0502020204030204" pitchFamily="34" charset="0"/>
            </a:endParaRPr>
          </a:p>
          <a:p>
            <a:r>
              <a:rPr lang="en-US" sz="1600" i="1" u="none" strike="noStrike" baseline="0" dirty="0">
                <a:latin typeface="Calibri" panose="020F0502020204030204" pitchFamily="34" charset="0"/>
              </a:rPr>
              <a:t>Adwaith Biju </a:t>
            </a:r>
            <a:r>
              <a:rPr lang="en-US" sz="1600" i="1" u="none" strike="noStrike" baseline="0" dirty="0" err="1">
                <a:latin typeface="Calibri" panose="020F0502020204030204" pitchFamily="34" charset="0"/>
              </a:rPr>
              <a:t>Aneescia</a:t>
            </a:r>
            <a:r>
              <a:rPr lang="en-US" sz="1600" i="1" u="none" strike="noStrike" baseline="0" dirty="0">
                <a:latin typeface="Calibri" panose="020F0502020204030204" pitchFamily="34" charset="0"/>
              </a:rPr>
              <a:t> – 461216</a:t>
            </a:r>
          </a:p>
          <a:p>
            <a:r>
              <a:rPr lang="en-US" sz="1600" i="1" u="none" strike="noStrike" baseline="0" dirty="0">
                <a:latin typeface="Calibri" panose="020F0502020204030204" pitchFamily="34" charset="0"/>
              </a:rPr>
              <a:t>Anjana Krishnan Sindhu – 461210</a:t>
            </a:r>
          </a:p>
          <a:p>
            <a:r>
              <a:rPr lang="en-US" sz="1600" i="1" u="none" strike="noStrike" baseline="0" dirty="0">
                <a:latin typeface="Calibri" panose="020F0502020204030204" pitchFamily="34" charset="0"/>
              </a:rPr>
              <a:t>Nitin Krishna – 462003</a:t>
            </a:r>
          </a:p>
          <a:p>
            <a:endParaRPr lang="en-DE" dirty="0"/>
          </a:p>
          <a:p>
            <a:pPr algn="l"/>
            <a:endParaRPr lang="en-US" sz="1600" dirty="0"/>
          </a:p>
        </p:txBody>
      </p:sp>
      <p:sp>
        <p:nvSpPr>
          <p:cNvPr id="1372" name="Google Shape;1372;p39"/>
          <p:cNvSpPr/>
          <p:nvPr/>
        </p:nvSpPr>
        <p:spPr>
          <a:xfrm>
            <a:off x="9448686" y="3561801"/>
            <a:ext cx="72" cy="72"/>
          </a:xfrm>
          <a:custGeom>
            <a:avLst/>
            <a:gdLst/>
            <a:ahLst/>
            <a:cxnLst/>
            <a:rect l="l" t="t" r="r" b="b"/>
            <a:pathLst>
              <a:path w="1" h="1" extrusionOk="0">
                <a:moveTo>
                  <a:pt x="0" y="1"/>
                </a:moveTo>
                <a:lnTo>
                  <a:pt x="0" y="1"/>
                </a:lnTo>
                <a:lnTo>
                  <a:pt x="0" y="1"/>
                </a:lnTo>
                <a:lnTo>
                  <a:pt x="0" y="1"/>
                </a:lnTo>
                <a:close/>
              </a:path>
            </a:pathLst>
          </a:custGeom>
          <a:solidFill>
            <a:srgbClr val="C1DBE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39"/>
          <p:cNvSpPr/>
          <p:nvPr/>
        </p:nvSpPr>
        <p:spPr>
          <a:xfrm>
            <a:off x="9444936" y="3565552"/>
            <a:ext cx="2524" cy="10026"/>
          </a:xfrm>
          <a:custGeom>
            <a:avLst/>
            <a:gdLst/>
            <a:ahLst/>
            <a:cxnLst/>
            <a:rect l="l" t="t" r="r" b="b"/>
            <a:pathLst>
              <a:path w="35" h="139" extrusionOk="0">
                <a:moveTo>
                  <a:pt x="35" y="1"/>
                </a:moveTo>
                <a:lnTo>
                  <a:pt x="35" y="1"/>
                </a:lnTo>
                <a:cubicBezTo>
                  <a:pt x="30" y="11"/>
                  <a:pt x="26" y="23"/>
                  <a:pt x="23" y="36"/>
                </a:cubicBezTo>
                <a:lnTo>
                  <a:pt x="23" y="36"/>
                </a:lnTo>
                <a:lnTo>
                  <a:pt x="35" y="1"/>
                </a:lnTo>
                <a:close/>
                <a:moveTo>
                  <a:pt x="23" y="36"/>
                </a:moveTo>
                <a:lnTo>
                  <a:pt x="18" y="52"/>
                </a:lnTo>
                <a:cubicBezTo>
                  <a:pt x="18" y="87"/>
                  <a:pt x="1" y="104"/>
                  <a:pt x="1" y="121"/>
                </a:cubicBezTo>
                <a:lnTo>
                  <a:pt x="1" y="138"/>
                </a:lnTo>
                <a:cubicBezTo>
                  <a:pt x="13" y="102"/>
                  <a:pt x="16" y="66"/>
                  <a:pt x="23" y="36"/>
                </a:cubicBezTo>
                <a:close/>
              </a:path>
            </a:pathLst>
          </a:custGeom>
          <a:solidFill>
            <a:srgbClr val="C1DBE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74" name="Google Shape;1374;p39"/>
          <p:cNvGrpSpPr/>
          <p:nvPr/>
        </p:nvGrpSpPr>
        <p:grpSpPr>
          <a:xfrm>
            <a:off x="5790895" y="947026"/>
            <a:ext cx="3763919" cy="4509281"/>
            <a:chOff x="6260362" y="1343303"/>
            <a:chExt cx="3262760" cy="3908878"/>
          </a:xfrm>
        </p:grpSpPr>
        <p:sp>
          <p:nvSpPr>
            <p:cNvPr id="1375" name="Google Shape;1375;p39"/>
            <p:cNvSpPr/>
            <p:nvPr/>
          </p:nvSpPr>
          <p:spPr>
            <a:xfrm>
              <a:off x="6260362" y="3282812"/>
              <a:ext cx="3262760" cy="1969369"/>
            </a:xfrm>
            <a:custGeom>
              <a:avLst/>
              <a:gdLst/>
              <a:ahLst/>
              <a:cxnLst/>
              <a:rect l="l" t="t" r="r" b="b"/>
              <a:pathLst>
                <a:path w="45236" h="27304" extrusionOk="0">
                  <a:moveTo>
                    <a:pt x="29143" y="1"/>
                  </a:moveTo>
                  <a:lnTo>
                    <a:pt x="29109" y="121"/>
                  </a:lnTo>
                  <a:lnTo>
                    <a:pt x="8099" y="121"/>
                  </a:lnTo>
                  <a:cubicBezTo>
                    <a:pt x="7824" y="138"/>
                    <a:pt x="7291" y="172"/>
                    <a:pt x="7291" y="172"/>
                  </a:cubicBezTo>
                  <a:lnTo>
                    <a:pt x="654" y="172"/>
                  </a:lnTo>
                  <a:lnTo>
                    <a:pt x="1" y="138"/>
                  </a:lnTo>
                  <a:lnTo>
                    <a:pt x="620" y="2855"/>
                  </a:lnTo>
                  <a:lnTo>
                    <a:pt x="620" y="2837"/>
                  </a:lnTo>
                  <a:lnTo>
                    <a:pt x="1049" y="3078"/>
                  </a:lnTo>
                  <a:lnTo>
                    <a:pt x="3714" y="4471"/>
                  </a:lnTo>
                  <a:lnTo>
                    <a:pt x="4265" y="9130"/>
                  </a:lnTo>
                  <a:lnTo>
                    <a:pt x="4265" y="9147"/>
                  </a:lnTo>
                  <a:cubicBezTo>
                    <a:pt x="4282" y="9199"/>
                    <a:pt x="4299" y="9268"/>
                    <a:pt x="4316" y="9302"/>
                  </a:cubicBezTo>
                  <a:lnTo>
                    <a:pt x="4282" y="9182"/>
                  </a:lnTo>
                  <a:lnTo>
                    <a:pt x="5778" y="12397"/>
                  </a:lnTo>
                  <a:lnTo>
                    <a:pt x="5778" y="17967"/>
                  </a:lnTo>
                  <a:cubicBezTo>
                    <a:pt x="5778" y="17967"/>
                    <a:pt x="5778" y="17985"/>
                    <a:pt x="5795" y="18002"/>
                  </a:cubicBezTo>
                  <a:cubicBezTo>
                    <a:pt x="6035" y="18260"/>
                    <a:pt x="8219" y="19360"/>
                    <a:pt x="8632" y="19566"/>
                  </a:cubicBezTo>
                  <a:lnTo>
                    <a:pt x="8666" y="19601"/>
                  </a:lnTo>
                  <a:lnTo>
                    <a:pt x="8700" y="19601"/>
                  </a:lnTo>
                  <a:lnTo>
                    <a:pt x="8718" y="19704"/>
                  </a:lnTo>
                  <a:lnTo>
                    <a:pt x="8752" y="19807"/>
                  </a:lnTo>
                  <a:lnTo>
                    <a:pt x="8786" y="19876"/>
                  </a:lnTo>
                  <a:lnTo>
                    <a:pt x="8821" y="20013"/>
                  </a:lnTo>
                  <a:lnTo>
                    <a:pt x="8872" y="20168"/>
                  </a:lnTo>
                  <a:cubicBezTo>
                    <a:pt x="8941" y="20374"/>
                    <a:pt x="9010" y="20564"/>
                    <a:pt x="9044" y="20615"/>
                  </a:cubicBezTo>
                  <a:lnTo>
                    <a:pt x="9044" y="20649"/>
                  </a:lnTo>
                  <a:lnTo>
                    <a:pt x="10454" y="21182"/>
                  </a:lnTo>
                  <a:lnTo>
                    <a:pt x="11193" y="21475"/>
                  </a:lnTo>
                  <a:lnTo>
                    <a:pt x="11572" y="22334"/>
                  </a:lnTo>
                  <a:lnTo>
                    <a:pt x="13463" y="23486"/>
                  </a:lnTo>
                  <a:lnTo>
                    <a:pt x="13772" y="23418"/>
                  </a:lnTo>
                  <a:lnTo>
                    <a:pt x="15148" y="23108"/>
                  </a:lnTo>
                  <a:lnTo>
                    <a:pt x="15337" y="23847"/>
                  </a:lnTo>
                  <a:lnTo>
                    <a:pt x="15337" y="23865"/>
                  </a:lnTo>
                  <a:lnTo>
                    <a:pt x="15337" y="23882"/>
                  </a:lnTo>
                  <a:cubicBezTo>
                    <a:pt x="15354" y="23968"/>
                    <a:pt x="15371" y="24054"/>
                    <a:pt x="15388" y="24140"/>
                  </a:cubicBezTo>
                  <a:cubicBezTo>
                    <a:pt x="15406" y="24174"/>
                    <a:pt x="15406" y="24191"/>
                    <a:pt x="15423" y="24208"/>
                  </a:cubicBezTo>
                  <a:cubicBezTo>
                    <a:pt x="15423" y="24226"/>
                    <a:pt x="15423" y="24243"/>
                    <a:pt x="15440" y="24260"/>
                  </a:cubicBezTo>
                  <a:cubicBezTo>
                    <a:pt x="15440" y="24312"/>
                    <a:pt x="15457" y="24346"/>
                    <a:pt x="15474" y="24380"/>
                  </a:cubicBezTo>
                  <a:lnTo>
                    <a:pt x="15526" y="24552"/>
                  </a:lnTo>
                  <a:lnTo>
                    <a:pt x="17555" y="24982"/>
                  </a:lnTo>
                  <a:lnTo>
                    <a:pt x="17641" y="24999"/>
                  </a:lnTo>
                  <a:lnTo>
                    <a:pt x="17658" y="24999"/>
                  </a:lnTo>
                  <a:lnTo>
                    <a:pt x="19773" y="25481"/>
                  </a:lnTo>
                  <a:lnTo>
                    <a:pt x="23624" y="26650"/>
                  </a:lnTo>
                  <a:lnTo>
                    <a:pt x="25309" y="27149"/>
                  </a:lnTo>
                  <a:lnTo>
                    <a:pt x="25825" y="27303"/>
                  </a:lnTo>
                  <a:lnTo>
                    <a:pt x="26478" y="26753"/>
                  </a:lnTo>
                  <a:lnTo>
                    <a:pt x="27406" y="26839"/>
                  </a:lnTo>
                  <a:lnTo>
                    <a:pt x="28644" y="25773"/>
                  </a:lnTo>
                  <a:lnTo>
                    <a:pt x="30295" y="25997"/>
                  </a:lnTo>
                  <a:lnTo>
                    <a:pt x="30346" y="25928"/>
                  </a:lnTo>
                  <a:lnTo>
                    <a:pt x="30432" y="25825"/>
                  </a:lnTo>
                  <a:lnTo>
                    <a:pt x="30518" y="25739"/>
                  </a:lnTo>
                  <a:lnTo>
                    <a:pt x="31945" y="24140"/>
                  </a:lnTo>
                  <a:lnTo>
                    <a:pt x="32031" y="24037"/>
                  </a:lnTo>
                  <a:lnTo>
                    <a:pt x="32135" y="23916"/>
                  </a:lnTo>
                  <a:lnTo>
                    <a:pt x="32324" y="23710"/>
                  </a:lnTo>
                  <a:lnTo>
                    <a:pt x="32530" y="23486"/>
                  </a:lnTo>
                  <a:lnTo>
                    <a:pt x="32530" y="23469"/>
                  </a:lnTo>
                  <a:lnTo>
                    <a:pt x="34301" y="23108"/>
                  </a:lnTo>
                  <a:lnTo>
                    <a:pt x="34765" y="21612"/>
                  </a:lnTo>
                  <a:lnTo>
                    <a:pt x="35453" y="18999"/>
                  </a:lnTo>
                  <a:lnTo>
                    <a:pt x="35453" y="18965"/>
                  </a:lnTo>
                  <a:lnTo>
                    <a:pt x="35780" y="17795"/>
                  </a:lnTo>
                  <a:lnTo>
                    <a:pt x="37378" y="12053"/>
                  </a:lnTo>
                  <a:lnTo>
                    <a:pt x="38410" y="9715"/>
                  </a:lnTo>
                  <a:lnTo>
                    <a:pt x="41642" y="7015"/>
                  </a:lnTo>
                  <a:lnTo>
                    <a:pt x="42605" y="6207"/>
                  </a:lnTo>
                  <a:lnTo>
                    <a:pt x="44221" y="3783"/>
                  </a:lnTo>
                  <a:lnTo>
                    <a:pt x="44221" y="3766"/>
                  </a:lnTo>
                  <a:lnTo>
                    <a:pt x="44359" y="3198"/>
                  </a:lnTo>
                  <a:lnTo>
                    <a:pt x="45184" y="121"/>
                  </a:lnTo>
                  <a:lnTo>
                    <a:pt x="45236" y="121"/>
                  </a:lnTo>
                  <a:lnTo>
                    <a:pt x="45184" y="104"/>
                  </a:lnTo>
                  <a:lnTo>
                    <a:pt x="44943" y="104"/>
                  </a:lnTo>
                  <a:cubicBezTo>
                    <a:pt x="44857" y="104"/>
                    <a:pt x="44789" y="121"/>
                    <a:pt x="44720" y="121"/>
                  </a:cubicBezTo>
                  <a:lnTo>
                    <a:pt x="42003" y="121"/>
                  </a:lnTo>
                  <a:lnTo>
                    <a:pt x="41299" y="104"/>
                  </a:lnTo>
                  <a:lnTo>
                    <a:pt x="40439" y="104"/>
                  </a:lnTo>
                  <a:cubicBezTo>
                    <a:pt x="40404" y="104"/>
                    <a:pt x="40353" y="86"/>
                    <a:pt x="40318" y="86"/>
                  </a:cubicBezTo>
                  <a:lnTo>
                    <a:pt x="38771" y="86"/>
                  </a:lnTo>
                  <a:cubicBezTo>
                    <a:pt x="38651" y="69"/>
                    <a:pt x="38548" y="69"/>
                    <a:pt x="38444" y="69"/>
                  </a:cubicBezTo>
                  <a:lnTo>
                    <a:pt x="37293" y="69"/>
                  </a:lnTo>
                  <a:cubicBezTo>
                    <a:pt x="37000" y="69"/>
                    <a:pt x="36845" y="52"/>
                    <a:pt x="36845" y="52"/>
                  </a:cubicBezTo>
                  <a:cubicBezTo>
                    <a:pt x="36845" y="52"/>
                    <a:pt x="36622" y="69"/>
                    <a:pt x="36295" y="69"/>
                  </a:cubicBezTo>
                  <a:lnTo>
                    <a:pt x="33510" y="69"/>
                  </a:lnTo>
                  <a:lnTo>
                    <a:pt x="31739" y="86"/>
                  </a:lnTo>
                  <a:lnTo>
                    <a:pt x="30931" y="86"/>
                  </a:lnTo>
                  <a:cubicBezTo>
                    <a:pt x="30897" y="69"/>
                    <a:pt x="30862" y="69"/>
                    <a:pt x="30811" y="69"/>
                  </a:cubicBezTo>
                  <a:lnTo>
                    <a:pt x="30690" y="69"/>
                  </a:lnTo>
                  <a:cubicBezTo>
                    <a:pt x="30536" y="52"/>
                    <a:pt x="30346" y="52"/>
                    <a:pt x="30140" y="52"/>
                  </a:cubicBezTo>
                  <a:cubicBezTo>
                    <a:pt x="29848" y="35"/>
                    <a:pt x="29504" y="18"/>
                    <a:pt x="29143" y="1"/>
                  </a:cubicBezTo>
                  <a:close/>
                </a:path>
              </a:pathLst>
            </a:custGeom>
            <a:solidFill>
              <a:srgbClr val="36A3D2">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39"/>
            <p:cNvSpPr/>
            <p:nvPr/>
          </p:nvSpPr>
          <p:spPr>
            <a:xfrm>
              <a:off x="6260362" y="3044719"/>
              <a:ext cx="3261533" cy="269180"/>
            </a:xfrm>
            <a:custGeom>
              <a:avLst/>
              <a:gdLst/>
              <a:ahLst/>
              <a:cxnLst/>
              <a:rect l="l" t="t" r="r" b="b"/>
              <a:pathLst>
                <a:path w="45219" h="3732" extrusionOk="0">
                  <a:moveTo>
                    <a:pt x="45219" y="3525"/>
                  </a:moveTo>
                  <a:cubicBezTo>
                    <a:pt x="44531" y="3508"/>
                    <a:pt x="43860" y="3456"/>
                    <a:pt x="43293" y="3387"/>
                  </a:cubicBezTo>
                  <a:cubicBezTo>
                    <a:pt x="43276" y="3387"/>
                    <a:pt x="43259" y="3387"/>
                    <a:pt x="43259" y="3370"/>
                  </a:cubicBezTo>
                  <a:lnTo>
                    <a:pt x="43241" y="3370"/>
                  </a:lnTo>
                  <a:cubicBezTo>
                    <a:pt x="43069" y="3353"/>
                    <a:pt x="42897" y="3336"/>
                    <a:pt x="42743" y="3302"/>
                  </a:cubicBezTo>
                  <a:lnTo>
                    <a:pt x="42743" y="3302"/>
                  </a:lnTo>
                  <a:cubicBezTo>
                    <a:pt x="42743" y="3302"/>
                    <a:pt x="42743" y="3302"/>
                    <a:pt x="42743" y="3302"/>
                  </a:cubicBezTo>
                  <a:lnTo>
                    <a:pt x="42743" y="3302"/>
                  </a:lnTo>
                  <a:lnTo>
                    <a:pt x="42640" y="3302"/>
                  </a:lnTo>
                  <a:lnTo>
                    <a:pt x="42588" y="3302"/>
                  </a:lnTo>
                  <a:lnTo>
                    <a:pt x="42468" y="3319"/>
                  </a:lnTo>
                  <a:cubicBezTo>
                    <a:pt x="41746" y="3353"/>
                    <a:pt x="39992" y="3456"/>
                    <a:pt x="37963" y="3559"/>
                  </a:cubicBezTo>
                  <a:cubicBezTo>
                    <a:pt x="37688" y="3577"/>
                    <a:pt x="37413" y="3594"/>
                    <a:pt x="37138" y="3611"/>
                  </a:cubicBezTo>
                  <a:lnTo>
                    <a:pt x="16128" y="3611"/>
                  </a:lnTo>
                  <a:lnTo>
                    <a:pt x="16093" y="3731"/>
                  </a:lnTo>
                  <a:cubicBezTo>
                    <a:pt x="15732" y="3714"/>
                    <a:pt x="15406" y="3697"/>
                    <a:pt x="15113" y="3680"/>
                  </a:cubicBezTo>
                  <a:cubicBezTo>
                    <a:pt x="14890" y="3680"/>
                    <a:pt x="14701" y="3663"/>
                    <a:pt x="14546" y="3663"/>
                  </a:cubicBezTo>
                  <a:cubicBezTo>
                    <a:pt x="14512" y="3663"/>
                    <a:pt x="14460" y="3663"/>
                    <a:pt x="14426" y="3663"/>
                  </a:cubicBezTo>
                  <a:cubicBezTo>
                    <a:pt x="14374" y="3663"/>
                    <a:pt x="14340" y="3645"/>
                    <a:pt x="14305" y="3645"/>
                  </a:cubicBezTo>
                  <a:cubicBezTo>
                    <a:pt x="14202" y="3645"/>
                    <a:pt x="14133" y="3645"/>
                    <a:pt x="14082" y="3645"/>
                  </a:cubicBezTo>
                  <a:cubicBezTo>
                    <a:pt x="13927" y="3645"/>
                    <a:pt x="13738" y="3645"/>
                    <a:pt x="13497" y="3645"/>
                  </a:cubicBezTo>
                  <a:lnTo>
                    <a:pt x="13497" y="3645"/>
                  </a:lnTo>
                  <a:lnTo>
                    <a:pt x="11726" y="3663"/>
                  </a:lnTo>
                  <a:lnTo>
                    <a:pt x="10832" y="3663"/>
                  </a:lnTo>
                  <a:lnTo>
                    <a:pt x="10643" y="3663"/>
                  </a:lnTo>
                  <a:lnTo>
                    <a:pt x="10196" y="3663"/>
                  </a:lnTo>
                  <a:lnTo>
                    <a:pt x="10127" y="3663"/>
                  </a:lnTo>
                  <a:cubicBezTo>
                    <a:pt x="9973" y="3663"/>
                    <a:pt x="9818" y="3663"/>
                    <a:pt x="9646" y="3663"/>
                  </a:cubicBezTo>
                  <a:lnTo>
                    <a:pt x="9594" y="3663"/>
                  </a:lnTo>
                  <a:cubicBezTo>
                    <a:pt x="9354" y="3663"/>
                    <a:pt x="9130" y="3663"/>
                    <a:pt x="8941" y="3663"/>
                  </a:cubicBezTo>
                  <a:cubicBezTo>
                    <a:pt x="8614" y="3663"/>
                    <a:pt x="8391" y="3663"/>
                    <a:pt x="8391" y="3663"/>
                  </a:cubicBezTo>
                  <a:cubicBezTo>
                    <a:pt x="8391" y="3663"/>
                    <a:pt x="8236" y="3663"/>
                    <a:pt x="7944" y="3663"/>
                  </a:cubicBezTo>
                  <a:cubicBezTo>
                    <a:pt x="7858" y="3663"/>
                    <a:pt x="7755" y="3663"/>
                    <a:pt x="7634" y="3663"/>
                  </a:cubicBezTo>
                  <a:cubicBezTo>
                    <a:pt x="7600" y="3663"/>
                    <a:pt x="7566" y="3663"/>
                    <a:pt x="7514" y="3663"/>
                  </a:cubicBezTo>
                  <a:lnTo>
                    <a:pt x="7428" y="3663"/>
                  </a:lnTo>
                  <a:cubicBezTo>
                    <a:pt x="7359" y="3663"/>
                    <a:pt x="7291" y="3663"/>
                    <a:pt x="7205" y="3663"/>
                  </a:cubicBezTo>
                  <a:cubicBezTo>
                    <a:pt x="7084" y="3663"/>
                    <a:pt x="6929" y="3663"/>
                    <a:pt x="6792" y="3645"/>
                  </a:cubicBezTo>
                  <a:cubicBezTo>
                    <a:pt x="6689" y="3645"/>
                    <a:pt x="6586" y="3645"/>
                    <a:pt x="6465" y="3645"/>
                  </a:cubicBezTo>
                  <a:cubicBezTo>
                    <a:pt x="6448" y="3645"/>
                    <a:pt x="6431" y="3645"/>
                    <a:pt x="6396" y="3645"/>
                  </a:cubicBezTo>
                  <a:cubicBezTo>
                    <a:pt x="6259" y="3645"/>
                    <a:pt x="6087" y="3645"/>
                    <a:pt x="5932" y="3645"/>
                  </a:cubicBezTo>
                  <a:cubicBezTo>
                    <a:pt x="5760" y="3645"/>
                    <a:pt x="5571" y="3645"/>
                    <a:pt x="5399" y="3645"/>
                  </a:cubicBezTo>
                  <a:cubicBezTo>
                    <a:pt x="5279" y="3645"/>
                    <a:pt x="5176" y="3628"/>
                    <a:pt x="5055" y="3628"/>
                  </a:cubicBezTo>
                  <a:cubicBezTo>
                    <a:pt x="5004" y="3628"/>
                    <a:pt x="4969" y="3628"/>
                    <a:pt x="4918" y="3628"/>
                  </a:cubicBezTo>
                  <a:cubicBezTo>
                    <a:pt x="4883" y="3628"/>
                    <a:pt x="4832" y="3628"/>
                    <a:pt x="4798" y="3628"/>
                  </a:cubicBezTo>
                  <a:cubicBezTo>
                    <a:pt x="4712" y="3628"/>
                    <a:pt x="4643" y="3628"/>
                    <a:pt x="4557" y="3628"/>
                  </a:cubicBezTo>
                  <a:cubicBezTo>
                    <a:pt x="4488" y="3628"/>
                    <a:pt x="4419" y="3628"/>
                    <a:pt x="4351" y="3628"/>
                  </a:cubicBezTo>
                  <a:lnTo>
                    <a:pt x="4144" y="3628"/>
                  </a:lnTo>
                  <a:lnTo>
                    <a:pt x="4093" y="3628"/>
                  </a:lnTo>
                  <a:lnTo>
                    <a:pt x="3938" y="3628"/>
                  </a:lnTo>
                  <a:lnTo>
                    <a:pt x="3233" y="3611"/>
                  </a:lnTo>
                  <a:lnTo>
                    <a:pt x="516" y="3611"/>
                  </a:lnTo>
                  <a:cubicBezTo>
                    <a:pt x="448" y="3611"/>
                    <a:pt x="379" y="3611"/>
                    <a:pt x="293" y="3628"/>
                  </a:cubicBezTo>
                  <a:cubicBezTo>
                    <a:pt x="241" y="3628"/>
                    <a:pt x="173" y="3628"/>
                    <a:pt x="104" y="3628"/>
                  </a:cubicBezTo>
                  <a:lnTo>
                    <a:pt x="104" y="3628"/>
                  </a:lnTo>
                  <a:cubicBezTo>
                    <a:pt x="87" y="3628"/>
                    <a:pt x="69" y="3628"/>
                    <a:pt x="52" y="3628"/>
                  </a:cubicBezTo>
                  <a:lnTo>
                    <a:pt x="52" y="3628"/>
                  </a:lnTo>
                  <a:lnTo>
                    <a:pt x="1" y="3611"/>
                  </a:lnTo>
                  <a:cubicBezTo>
                    <a:pt x="18" y="3611"/>
                    <a:pt x="35" y="3611"/>
                    <a:pt x="52" y="3611"/>
                  </a:cubicBezTo>
                  <a:lnTo>
                    <a:pt x="52" y="3611"/>
                  </a:lnTo>
                  <a:lnTo>
                    <a:pt x="877" y="533"/>
                  </a:lnTo>
                  <a:lnTo>
                    <a:pt x="3078" y="533"/>
                  </a:lnTo>
                  <a:cubicBezTo>
                    <a:pt x="3078" y="533"/>
                    <a:pt x="3199" y="533"/>
                    <a:pt x="3388" y="516"/>
                  </a:cubicBezTo>
                  <a:lnTo>
                    <a:pt x="3422" y="516"/>
                  </a:lnTo>
                  <a:cubicBezTo>
                    <a:pt x="4402" y="499"/>
                    <a:pt x="7170" y="482"/>
                    <a:pt x="8099" y="465"/>
                  </a:cubicBezTo>
                  <a:cubicBezTo>
                    <a:pt x="8288" y="465"/>
                    <a:pt x="8391" y="465"/>
                    <a:pt x="8391" y="465"/>
                  </a:cubicBezTo>
                  <a:cubicBezTo>
                    <a:pt x="8391" y="465"/>
                    <a:pt x="9543" y="465"/>
                    <a:pt x="10488" y="482"/>
                  </a:cubicBezTo>
                  <a:lnTo>
                    <a:pt x="10678" y="482"/>
                  </a:lnTo>
                  <a:cubicBezTo>
                    <a:pt x="11365" y="482"/>
                    <a:pt x="12087" y="482"/>
                    <a:pt x="12724" y="482"/>
                  </a:cubicBezTo>
                  <a:cubicBezTo>
                    <a:pt x="12861" y="499"/>
                    <a:pt x="12999" y="499"/>
                    <a:pt x="13119" y="499"/>
                  </a:cubicBezTo>
                  <a:lnTo>
                    <a:pt x="13343" y="499"/>
                  </a:lnTo>
                  <a:cubicBezTo>
                    <a:pt x="13497" y="499"/>
                    <a:pt x="13635" y="499"/>
                    <a:pt x="13772" y="482"/>
                  </a:cubicBezTo>
                  <a:cubicBezTo>
                    <a:pt x="13893" y="482"/>
                    <a:pt x="13996" y="482"/>
                    <a:pt x="14065" y="482"/>
                  </a:cubicBezTo>
                  <a:cubicBezTo>
                    <a:pt x="14443" y="482"/>
                    <a:pt x="15612" y="413"/>
                    <a:pt x="17005" y="362"/>
                  </a:cubicBezTo>
                  <a:cubicBezTo>
                    <a:pt x="17761" y="310"/>
                    <a:pt x="18586" y="276"/>
                    <a:pt x="19360" y="224"/>
                  </a:cubicBezTo>
                  <a:cubicBezTo>
                    <a:pt x="21320" y="138"/>
                    <a:pt x="23074" y="35"/>
                    <a:pt x="23074" y="35"/>
                  </a:cubicBezTo>
                  <a:cubicBezTo>
                    <a:pt x="23074" y="35"/>
                    <a:pt x="25360" y="0"/>
                    <a:pt x="26908" y="0"/>
                  </a:cubicBezTo>
                  <a:cubicBezTo>
                    <a:pt x="27406" y="18"/>
                    <a:pt x="27819" y="18"/>
                    <a:pt x="28060" y="35"/>
                  </a:cubicBezTo>
                  <a:cubicBezTo>
                    <a:pt x="28077" y="35"/>
                    <a:pt x="28111" y="35"/>
                    <a:pt x="28146" y="35"/>
                  </a:cubicBezTo>
                  <a:cubicBezTo>
                    <a:pt x="28507" y="69"/>
                    <a:pt x="29573" y="121"/>
                    <a:pt x="30965" y="207"/>
                  </a:cubicBezTo>
                  <a:cubicBezTo>
                    <a:pt x="32461" y="293"/>
                    <a:pt x="34318" y="396"/>
                    <a:pt x="36123" y="482"/>
                  </a:cubicBezTo>
                  <a:cubicBezTo>
                    <a:pt x="38565" y="619"/>
                    <a:pt x="40903" y="740"/>
                    <a:pt x="42003" y="809"/>
                  </a:cubicBezTo>
                  <a:cubicBezTo>
                    <a:pt x="42330" y="826"/>
                    <a:pt x="42554" y="826"/>
                    <a:pt x="42622" y="843"/>
                  </a:cubicBezTo>
                  <a:cubicBezTo>
                    <a:pt x="42640" y="843"/>
                    <a:pt x="42657" y="843"/>
                    <a:pt x="42657" y="843"/>
                  </a:cubicBezTo>
                  <a:cubicBezTo>
                    <a:pt x="43087" y="757"/>
                    <a:pt x="43602" y="705"/>
                    <a:pt x="44170" y="654"/>
                  </a:cubicBezTo>
                  <a:lnTo>
                    <a:pt x="44617" y="894"/>
                  </a:lnTo>
                  <a:lnTo>
                    <a:pt x="45219" y="3542"/>
                  </a:lnTo>
                  <a:close/>
                </a:path>
              </a:pathLst>
            </a:custGeom>
            <a:solidFill>
              <a:srgbClr val="82C1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39"/>
            <p:cNvSpPr/>
            <p:nvPr/>
          </p:nvSpPr>
          <p:spPr>
            <a:xfrm>
              <a:off x="6336024" y="3033539"/>
              <a:ext cx="72" cy="1298"/>
            </a:xfrm>
            <a:custGeom>
              <a:avLst/>
              <a:gdLst/>
              <a:ahLst/>
              <a:cxnLst/>
              <a:rect l="l" t="t" r="r" b="b"/>
              <a:pathLst>
                <a:path w="1" h="18" extrusionOk="0">
                  <a:moveTo>
                    <a:pt x="0" y="1"/>
                  </a:moveTo>
                  <a:lnTo>
                    <a:pt x="0" y="1"/>
                  </a:lnTo>
                  <a:lnTo>
                    <a:pt x="0" y="18"/>
                  </a:lnTo>
                  <a:lnTo>
                    <a:pt x="0" y="18"/>
                  </a:lnTo>
                  <a:close/>
                </a:path>
              </a:pathLst>
            </a:custGeom>
            <a:solidFill>
              <a:srgbClr val="B7E8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39"/>
            <p:cNvSpPr/>
            <p:nvPr/>
          </p:nvSpPr>
          <p:spPr>
            <a:xfrm>
              <a:off x="6265339" y="1343303"/>
              <a:ext cx="3256557" cy="1970595"/>
            </a:xfrm>
            <a:custGeom>
              <a:avLst/>
              <a:gdLst/>
              <a:ahLst/>
              <a:cxnLst/>
              <a:rect l="l" t="t" r="r" b="b"/>
              <a:pathLst>
                <a:path w="45150" h="27321" extrusionOk="0">
                  <a:moveTo>
                    <a:pt x="45146" y="27114"/>
                  </a:moveTo>
                  <a:lnTo>
                    <a:pt x="45150" y="27131"/>
                  </a:lnTo>
                  <a:lnTo>
                    <a:pt x="45150" y="27114"/>
                  </a:lnTo>
                  <a:cubicBezTo>
                    <a:pt x="45148" y="27114"/>
                    <a:pt x="45147" y="27114"/>
                    <a:pt x="45146" y="27114"/>
                  </a:cubicBezTo>
                  <a:close/>
                  <a:moveTo>
                    <a:pt x="19360" y="0"/>
                  </a:moveTo>
                  <a:lnTo>
                    <a:pt x="18689" y="568"/>
                  </a:lnTo>
                  <a:lnTo>
                    <a:pt x="17778" y="482"/>
                  </a:lnTo>
                  <a:lnTo>
                    <a:pt x="16523" y="1531"/>
                  </a:lnTo>
                  <a:lnTo>
                    <a:pt x="14872" y="1324"/>
                  </a:lnTo>
                  <a:lnTo>
                    <a:pt x="14821" y="1393"/>
                  </a:lnTo>
                  <a:lnTo>
                    <a:pt x="14735" y="1479"/>
                  </a:lnTo>
                  <a:lnTo>
                    <a:pt x="14649" y="1582"/>
                  </a:lnTo>
                  <a:lnTo>
                    <a:pt x="13222" y="3181"/>
                  </a:lnTo>
                  <a:lnTo>
                    <a:pt x="13136" y="3284"/>
                  </a:lnTo>
                  <a:lnTo>
                    <a:pt x="13033" y="3388"/>
                  </a:lnTo>
                  <a:lnTo>
                    <a:pt x="12844" y="3611"/>
                  </a:lnTo>
                  <a:lnTo>
                    <a:pt x="12637" y="3835"/>
                  </a:lnTo>
                  <a:lnTo>
                    <a:pt x="10866" y="4196"/>
                  </a:lnTo>
                  <a:lnTo>
                    <a:pt x="10402" y="5709"/>
                  </a:lnTo>
                  <a:lnTo>
                    <a:pt x="9732" y="8322"/>
                  </a:lnTo>
                  <a:lnTo>
                    <a:pt x="9715" y="8339"/>
                  </a:lnTo>
                  <a:lnTo>
                    <a:pt x="9405" y="9525"/>
                  </a:lnTo>
                  <a:lnTo>
                    <a:pt x="7806" y="15268"/>
                  </a:lnTo>
                  <a:lnTo>
                    <a:pt x="6757" y="17606"/>
                  </a:lnTo>
                  <a:lnTo>
                    <a:pt x="3525" y="20306"/>
                  </a:lnTo>
                  <a:lnTo>
                    <a:pt x="2562" y="21114"/>
                  </a:lnTo>
                  <a:lnTo>
                    <a:pt x="963" y="23538"/>
                  </a:lnTo>
                  <a:lnTo>
                    <a:pt x="963" y="23555"/>
                  </a:lnTo>
                  <a:lnTo>
                    <a:pt x="808" y="24122"/>
                  </a:lnTo>
                  <a:lnTo>
                    <a:pt x="0" y="27200"/>
                  </a:lnTo>
                  <a:lnTo>
                    <a:pt x="3783" y="27200"/>
                  </a:lnTo>
                  <a:cubicBezTo>
                    <a:pt x="3817" y="27217"/>
                    <a:pt x="3852" y="27217"/>
                    <a:pt x="3869" y="27217"/>
                  </a:cubicBezTo>
                  <a:lnTo>
                    <a:pt x="5330" y="27217"/>
                  </a:lnTo>
                  <a:cubicBezTo>
                    <a:pt x="5519" y="27234"/>
                    <a:pt x="5691" y="27234"/>
                    <a:pt x="5863" y="27234"/>
                  </a:cubicBezTo>
                  <a:lnTo>
                    <a:pt x="6723" y="27234"/>
                  </a:lnTo>
                  <a:cubicBezTo>
                    <a:pt x="6878" y="27234"/>
                    <a:pt x="7015" y="27234"/>
                    <a:pt x="7153" y="27252"/>
                  </a:cubicBezTo>
                  <a:lnTo>
                    <a:pt x="10127" y="27252"/>
                  </a:lnTo>
                  <a:cubicBezTo>
                    <a:pt x="10230" y="27234"/>
                    <a:pt x="10333" y="27234"/>
                    <a:pt x="10437" y="27234"/>
                  </a:cubicBezTo>
                  <a:lnTo>
                    <a:pt x="11675" y="27234"/>
                  </a:lnTo>
                  <a:cubicBezTo>
                    <a:pt x="12259" y="27234"/>
                    <a:pt x="12809" y="27217"/>
                    <a:pt x="13274" y="27217"/>
                  </a:cubicBezTo>
                  <a:lnTo>
                    <a:pt x="13428" y="27217"/>
                  </a:lnTo>
                  <a:cubicBezTo>
                    <a:pt x="13669" y="27217"/>
                    <a:pt x="13858" y="27234"/>
                    <a:pt x="14013" y="27234"/>
                  </a:cubicBezTo>
                  <a:lnTo>
                    <a:pt x="14236" y="27234"/>
                  </a:lnTo>
                  <a:cubicBezTo>
                    <a:pt x="14271" y="27234"/>
                    <a:pt x="14305" y="27252"/>
                    <a:pt x="14357" y="27252"/>
                  </a:cubicBezTo>
                  <a:lnTo>
                    <a:pt x="14477" y="27252"/>
                  </a:lnTo>
                  <a:cubicBezTo>
                    <a:pt x="14632" y="27252"/>
                    <a:pt x="14821" y="27269"/>
                    <a:pt x="15027" y="27269"/>
                  </a:cubicBezTo>
                  <a:cubicBezTo>
                    <a:pt x="15319" y="27286"/>
                    <a:pt x="15663" y="27303"/>
                    <a:pt x="16024" y="27320"/>
                  </a:cubicBezTo>
                  <a:lnTo>
                    <a:pt x="16059" y="27183"/>
                  </a:lnTo>
                  <a:lnTo>
                    <a:pt x="37069" y="27183"/>
                  </a:lnTo>
                  <a:cubicBezTo>
                    <a:pt x="37344" y="27166"/>
                    <a:pt x="37636" y="27148"/>
                    <a:pt x="37911" y="27131"/>
                  </a:cubicBezTo>
                  <a:cubicBezTo>
                    <a:pt x="40353" y="26994"/>
                    <a:pt x="42330" y="26891"/>
                    <a:pt x="42571" y="26873"/>
                  </a:cubicBezTo>
                  <a:lnTo>
                    <a:pt x="42588" y="26873"/>
                  </a:lnTo>
                  <a:cubicBezTo>
                    <a:pt x="42622" y="26891"/>
                    <a:pt x="42639" y="26891"/>
                    <a:pt x="42674" y="26891"/>
                  </a:cubicBezTo>
                  <a:cubicBezTo>
                    <a:pt x="42828" y="26925"/>
                    <a:pt x="43000" y="26942"/>
                    <a:pt x="43172" y="26959"/>
                  </a:cubicBezTo>
                  <a:lnTo>
                    <a:pt x="43190" y="26959"/>
                  </a:lnTo>
                  <a:cubicBezTo>
                    <a:pt x="43190" y="26976"/>
                    <a:pt x="43207" y="26976"/>
                    <a:pt x="43224" y="26976"/>
                  </a:cubicBezTo>
                  <a:cubicBezTo>
                    <a:pt x="43790" y="27045"/>
                    <a:pt x="44459" y="27097"/>
                    <a:pt x="45146" y="27114"/>
                  </a:cubicBezTo>
                  <a:lnTo>
                    <a:pt x="45146" y="27114"/>
                  </a:lnTo>
                  <a:lnTo>
                    <a:pt x="44565" y="24483"/>
                  </a:lnTo>
                  <a:lnTo>
                    <a:pt x="44118" y="24243"/>
                  </a:lnTo>
                  <a:lnTo>
                    <a:pt x="41453" y="22850"/>
                  </a:lnTo>
                  <a:lnTo>
                    <a:pt x="40920" y="18191"/>
                  </a:lnTo>
                  <a:lnTo>
                    <a:pt x="40920" y="18174"/>
                  </a:lnTo>
                  <a:cubicBezTo>
                    <a:pt x="40903" y="18105"/>
                    <a:pt x="40886" y="18053"/>
                    <a:pt x="40868" y="18019"/>
                  </a:cubicBezTo>
                  <a:lnTo>
                    <a:pt x="40868" y="18019"/>
                  </a:lnTo>
                  <a:lnTo>
                    <a:pt x="40903" y="18139"/>
                  </a:lnTo>
                  <a:lnTo>
                    <a:pt x="39407" y="14924"/>
                  </a:lnTo>
                  <a:lnTo>
                    <a:pt x="39407" y="9354"/>
                  </a:lnTo>
                  <a:cubicBezTo>
                    <a:pt x="39407" y="9354"/>
                    <a:pt x="39390" y="9336"/>
                    <a:pt x="39390" y="9319"/>
                  </a:cubicBezTo>
                  <a:cubicBezTo>
                    <a:pt x="39149" y="9044"/>
                    <a:pt x="36966" y="7944"/>
                    <a:pt x="36553" y="7737"/>
                  </a:cubicBezTo>
                  <a:lnTo>
                    <a:pt x="36519" y="7720"/>
                  </a:lnTo>
                  <a:lnTo>
                    <a:pt x="36484" y="7703"/>
                  </a:lnTo>
                  <a:lnTo>
                    <a:pt x="36450" y="7617"/>
                  </a:lnTo>
                  <a:lnTo>
                    <a:pt x="36415" y="7514"/>
                  </a:lnTo>
                  <a:lnTo>
                    <a:pt x="36398" y="7445"/>
                  </a:lnTo>
                  <a:lnTo>
                    <a:pt x="36347" y="7308"/>
                  </a:lnTo>
                  <a:lnTo>
                    <a:pt x="36312" y="7153"/>
                  </a:lnTo>
                  <a:cubicBezTo>
                    <a:pt x="36244" y="6946"/>
                    <a:pt x="36175" y="6757"/>
                    <a:pt x="36140" y="6689"/>
                  </a:cubicBezTo>
                  <a:lnTo>
                    <a:pt x="36140" y="6671"/>
                  </a:lnTo>
                  <a:lnTo>
                    <a:pt x="34731" y="6138"/>
                  </a:lnTo>
                  <a:lnTo>
                    <a:pt x="33991" y="5846"/>
                  </a:lnTo>
                  <a:lnTo>
                    <a:pt x="33613" y="4986"/>
                  </a:lnTo>
                  <a:lnTo>
                    <a:pt x="31533" y="4694"/>
                  </a:lnTo>
                  <a:lnTo>
                    <a:pt x="31361" y="4660"/>
                  </a:lnTo>
                  <a:lnTo>
                    <a:pt x="30037" y="4247"/>
                  </a:lnTo>
                  <a:lnTo>
                    <a:pt x="29882" y="4196"/>
                  </a:lnTo>
                  <a:cubicBezTo>
                    <a:pt x="29882" y="4196"/>
                    <a:pt x="29882" y="3817"/>
                    <a:pt x="29830" y="3456"/>
                  </a:cubicBezTo>
                  <a:lnTo>
                    <a:pt x="29830" y="3439"/>
                  </a:lnTo>
                  <a:cubicBezTo>
                    <a:pt x="29830" y="3353"/>
                    <a:pt x="29813" y="3250"/>
                    <a:pt x="29779" y="3164"/>
                  </a:cubicBezTo>
                  <a:cubicBezTo>
                    <a:pt x="29779" y="3147"/>
                    <a:pt x="29779" y="3130"/>
                    <a:pt x="29762" y="3112"/>
                  </a:cubicBezTo>
                  <a:lnTo>
                    <a:pt x="29762" y="3095"/>
                  </a:lnTo>
                  <a:cubicBezTo>
                    <a:pt x="29762" y="3078"/>
                    <a:pt x="29745" y="3061"/>
                    <a:pt x="29745" y="3044"/>
                  </a:cubicBezTo>
                  <a:cubicBezTo>
                    <a:pt x="29727" y="3009"/>
                    <a:pt x="29710" y="2975"/>
                    <a:pt x="29693" y="2940"/>
                  </a:cubicBezTo>
                  <a:lnTo>
                    <a:pt x="29693" y="2923"/>
                  </a:lnTo>
                  <a:cubicBezTo>
                    <a:pt x="29641" y="2837"/>
                    <a:pt x="29590" y="2769"/>
                    <a:pt x="29504" y="2751"/>
                  </a:cubicBezTo>
                  <a:cubicBezTo>
                    <a:pt x="29160" y="2717"/>
                    <a:pt x="27974" y="2425"/>
                    <a:pt x="27630" y="2339"/>
                  </a:cubicBezTo>
                  <a:lnTo>
                    <a:pt x="27544" y="2322"/>
                  </a:lnTo>
                  <a:lnTo>
                    <a:pt x="27527" y="2304"/>
                  </a:lnTo>
                  <a:lnTo>
                    <a:pt x="25412" y="1840"/>
                  </a:lnTo>
                  <a:lnTo>
                    <a:pt x="21561" y="671"/>
                  </a:lnTo>
                  <a:lnTo>
                    <a:pt x="1936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39"/>
            <p:cNvSpPr/>
            <p:nvPr/>
          </p:nvSpPr>
          <p:spPr>
            <a:xfrm>
              <a:off x="6264113" y="2807852"/>
              <a:ext cx="255548" cy="497391"/>
            </a:xfrm>
            <a:custGeom>
              <a:avLst/>
              <a:gdLst/>
              <a:ahLst/>
              <a:cxnLst/>
              <a:rect l="l" t="t" r="r" b="b"/>
              <a:pathLst>
                <a:path w="3543" h="6896" extrusionOk="0">
                  <a:moveTo>
                    <a:pt x="3542" y="1"/>
                  </a:moveTo>
                  <a:lnTo>
                    <a:pt x="2579" y="791"/>
                  </a:lnTo>
                  <a:lnTo>
                    <a:pt x="963" y="3216"/>
                  </a:lnTo>
                  <a:lnTo>
                    <a:pt x="963" y="3250"/>
                  </a:lnTo>
                  <a:lnTo>
                    <a:pt x="825" y="3800"/>
                  </a:lnTo>
                  <a:lnTo>
                    <a:pt x="0" y="6895"/>
                  </a:lnTo>
                  <a:lnTo>
                    <a:pt x="3181" y="6895"/>
                  </a:lnTo>
                  <a:lnTo>
                    <a:pt x="3181" y="6878"/>
                  </a:lnTo>
                  <a:cubicBezTo>
                    <a:pt x="3215" y="6792"/>
                    <a:pt x="3301" y="5348"/>
                    <a:pt x="3370" y="3800"/>
                  </a:cubicBezTo>
                  <a:cubicBezTo>
                    <a:pt x="3439" y="2425"/>
                    <a:pt x="3508" y="981"/>
                    <a:pt x="3525" y="327"/>
                  </a:cubicBezTo>
                  <a:lnTo>
                    <a:pt x="3542" y="155"/>
                  </a:lnTo>
                  <a:lnTo>
                    <a:pt x="354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39"/>
            <p:cNvSpPr/>
            <p:nvPr/>
          </p:nvSpPr>
          <p:spPr>
            <a:xfrm>
              <a:off x="6797351" y="1437574"/>
              <a:ext cx="639915" cy="1871348"/>
            </a:xfrm>
            <a:custGeom>
              <a:avLst/>
              <a:gdLst/>
              <a:ahLst/>
              <a:cxnLst/>
              <a:rect l="l" t="t" r="r" b="b"/>
              <a:pathLst>
                <a:path w="8872" h="25945" extrusionOk="0">
                  <a:moveTo>
                    <a:pt x="7496" y="0"/>
                  </a:moveTo>
                  <a:lnTo>
                    <a:pt x="7445" y="69"/>
                  </a:lnTo>
                  <a:lnTo>
                    <a:pt x="7359" y="172"/>
                  </a:lnTo>
                  <a:lnTo>
                    <a:pt x="7273" y="258"/>
                  </a:lnTo>
                  <a:cubicBezTo>
                    <a:pt x="6895" y="705"/>
                    <a:pt x="6293" y="1376"/>
                    <a:pt x="5846" y="1857"/>
                  </a:cubicBezTo>
                  <a:lnTo>
                    <a:pt x="5760" y="1960"/>
                  </a:lnTo>
                  <a:lnTo>
                    <a:pt x="5657" y="2081"/>
                  </a:lnTo>
                  <a:lnTo>
                    <a:pt x="5468" y="2287"/>
                  </a:lnTo>
                  <a:lnTo>
                    <a:pt x="5261" y="2510"/>
                  </a:lnTo>
                  <a:lnTo>
                    <a:pt x="5261" y="2528"/>
                  </a:lnTo>
                  <a:lnTo>
                    <a:pt x="3490" y="2889"/>
                  </a:lnTo>
                  <a:lnTo>
                    <a:pt x="3026" y="4384"/>
                  </a:lnTo>
                  <a:lnTo>
                    <a:pt x="2356" y="6998"/>
                  </a:lnTo>
                  <a:lnTo>
                    <a:pt x="2339" y="7032"/>
                  </a:lnTo>
                  <a:lnTo>
                    <a:pt x="2012" y="8201"/>
                  </a:lnTo>
                  <a:lnTo>
                    <a:pt x="2029" y="8253"/>
                  </a:lnTo>
                  <a:lnTo>
                    <a:pt x="413" y="13944"/>
                  </a:lnTo>
                  <a:lnTo>
                    <a:pt x="0" y="18792"/>
                  </a:lnTo>
                  <a:lnTo>
                    <a:pt x="1806" y="14339"/>
                  </a:lnTo>
                  <a:lnTo>
                    <a:pt x="3250" y="21474"/>
                  </a:lnTo>
                  <a:lnTo>
                    <a:pt x="3233" y="22747"/>
                  </a:lnTo>
                  <a:lnTo>
                    <a:pt x="3215" y="25463"/>
                  </a:lnTo>
                  <a:lnTo>
                    <a:pt x="3198" y="25876"/>
                  </a:lnTo>
                  <a:lnTo>
                    <a:pt x="3198" y="25945"/>
                  </a:lnTo>
                  <a:lnTo>
                    <a:pt x="3387" y="25945"/>
                  </a:lnTo>
                  <a:cubicBezTo>
                    <a:pt x="3576" y="25945"/>
                    <a:pt x="3903" y="25927"/>
                    <a:pt x="4281" y="25927"/>
                  </a:cubicBezTo>
                  <a:lnTo>
                    <a:pt x="6052" y="25927"/>
                  </a:lnTo>
                  <a:lnTo>
                    <a:pt x="6052" y="25876"/>
                  </a:lnTo>
                  <a:lnTo>
                    <a:pt x="6327" y="22764"/>
                  </a:lnTo>
                  <a:lnTo>
                    <a:pt x="6757" y="17795"/>
                  </a:lnTo>
                  <a:lnTo>
                    <a:pt x="7926" y="16265"/>
                  </a:lnTo>
                  <a:cubicBezTo>
                    <a:pt x="7926" y="16265"/>
                    <a:pt x="8803" y="10419"/>
                    <a:pt x="8838" y="10007"/>
                  </a:cubicBezTo>
                  <a:cubicBezTo>
                    <a:pt x="8872" y="9611"/>
                    <a:pt x="7256" y="1823"/>
                    <a:pt x="7256" y="1823"/>
                  </a:cubicBezTo>
                  <a:lnTo>
                    <a:pt x="749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39"/>
            <p:cNvSpPr/>
            <p:nvPr/>
          </p:nvSpPr>
          <p:spPr>
            <a:xfrm>
              <a:off x="8193668" y="1509485"/>
              <a:ext cx="1153391" cy="1794460"/>
            </a:xfrm>
            <a:custGeom>
              <a:avLst/>
              <a:gdLst/>
              <a:ahLst/>
              <a:cxnLst/>
              <a:rect l="l" t="t" r="r" b="b"/>
              <a:pathLst>
                <a:path w="15991" h="24879" extrusionOk="0">
                  <a:moveTo>
                    <a:pt x="792" y="0"/>
                  </a:moveTo>
                  <a:lnTo>
                    <a:pt x="69" y="3129"/>
                  </a:lnTo>
                  <a:lnTo>
                    <a:pt x="18" y="14494"/>
                  </a:lnTo>
                  <a:lnTo>
                    <a:pt x="1" y="20976"/>
                  </a:lnTo>
                  <a:lnTo>
                    <a:pt x="104" y="21285"/>
                  </a:lnTo>
                  <a:lnTo>
                    <a:pt x="1325" y="24879"/>
                  </a:lnTo>
                  <a:lnTo>
                    <a:pt x="10334" y="24879"/>
                  </a:lnTo>
                  <a:cubicBezTo>
                    <a:pt x="10609" y="24879"/>
                    <a:pt x="10884" y="24862"/>
                    <a:pt x="11142" y="24844"/>
                  </a:cubicBezTo>
                  <a:cubicBezTo>
                    <a:pt x="13188" y="24724"/>
                    <a:pt x="14942" y="24638"/>
                    <a:pt x="15664" y="24604"/>
                  </a:cubicBezTo>
                  <a:lnTo>
                    <a:pt x="15784" y="24587"/>
                  </a:lnTo>
                  <a:lnTo>
                    <a:pt x="15990" y="24587"/>
                  </a:lnTo>
                  <a:lnTo>
                    <a:pt x="15199" y="22076"/>
                  </a:lnTo>
                  <a:lnTo>
                    <a:pt x="14718" y="20529"/>
                  </a:lnTo>
                  <a:lnTo>
                    <a:pt x="14168" y="15887"/>
                  </a:lnTo>
                  <a:lnTo>
                    <a:pt x="14168" y="15852"/>
                  </a:lnTo>
                  <a:cubicBezTo>
                    <a:pt x="14151" y="15801"/>
                    <a:pt x="14133" y="15749"/>
                    <a:pt x="14116" y="15698"/>
                  </a:cubicBezTo>
                  <a:lnTo>
                    <a:pt x="14116" y="15698"/>
                  </a:lnTo>
                  <a:lnTo>
                    <a:pt x="14151" y="15818"/>
                  </a:lnTo>
                  <a:lnTo>
                    <a:pt x="12655" y="12603"/>
                  </a:lnTo>
                  <a:lnTo>
                    <a:pt x="12655" y="8425"/>
                  </a:lnTo>
                  <a:lnTo>
                    <a:pt x="12655" y="8408"/>
                  </a:lnTo>
                  <a:lnTo>
                    <a:pt x="12638" y="8408"/>
                  </a:lnTo>
                  <a:lnTo>
                    <a:pt x="12638" y="8391"/>
                  </a:lnTo>
                  <a:cubicBezTo>
                    <a:pt x="12638" y="8391"/>
                    <a:pt x="12655" y="7239"/>
                    <a:pt x="12655" y="7050"/>
                  </a:cubicBezTo>
                  <a:cubicBezTo>
                    <a:pt x="12655" y="7032"/>
                    <a:pt x="12655" y="7015"/>
                    <a:pt x="12638" y="6998"/>
                  </a:cubicBezTo>
                  <a:cubicBezTo>
                    <a:pt x="12397" y="6740"/>
                    <a:pt x="10213" y="5640"/>
                    <a:pt x="9801" y="5433"/>
                  </a:cubicBezTo>
                  <a:lnTo>
                    <a:pt x="9766" y="5416"/>
                  </a:lnTo>
                  <a:lnTo>
                    <a:pt x="9749" y="5399"/>
                  </a:lnTo>
                  <a:lnTo>
                    <a:pt x="9715" y="5313"/>
                  </a:lnTo>
                  <a:lnTo>
                    <a:pt x="9680" y="5193"/>
                  </a:lnTo>
                  <a:lnTo>
                    <a:pt x="9663" y="5141"/>
                  </a:lnTo>
                  <a:lnTo>
                    <a:pt x="9612" y="4986"/>
                  </a:lnTo>
                  <a:lnTo>
                    <a:pt x="9560" y="4849"/>
                  </a:lnTo>
                  <a:cubicBezTo>
                    <a:pt x="9491" y="4642"/>
                    <a:pt x="9423" y="4436"/>
                    <a:pt x="9405" y="4385"/>
                  </a:cubicBezTo>
                  <a:lnTo>
                    <a:pt x="9388" y="4367"/>
                  </a:lnTo>
                  <a:lnTo>
                    <a:pt x="7996" y="3817"/>
                  </a:lnTo>
                  <a:lnTo>
                    <a:pt x="7239" y="3542"/>
                  </a:lnTo>
                  <a:lnTo>
                    <a:pt x="6861" y="2665"/>
                  </a:lnTo>
                  <a:lnTo>
                    <a:pt x="4970" y="1513"/>
                  </a:lnTo>
                  <a:lnTo>
                    <a:pt x="3285" y="1892"/>
                  </a:lnTo>
                  <a:lnTo>
                    <a:pt x="3095" y="1152"/>
                  </a:lnTo>
                  <a:lnTo>
                    <a:pt x="3095" y="1135"/>
                  </a:lnTo>
                  <a:lnTo>
                    <a:pt x="2958" y="636"/>
                  </a:lnTo>
                  <a:lnTo>
                    <a:pt x="2958" y="619"/>
                  </a:lnTo>
                  <a:lnTo>
                    <a:pt x="2924" y="447"/>
                  </a:lnTo>
                  <a:lnTo>
                    <a:pt x="878" y="18"/>
                  </a:lnTo>
                  <a:lnTo>
                    <a:pt x="80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39"/>
            <p:cNvSpPr/>
            <p:nvPr/>
          </p:nvSpPr>
          <p:spPr>
            <a:xfrm>
              <a:off x="6260362" y="3305171"/>
              <a:ext cx="6275" cy="72"/>
            </a:xfrm>
            <a:custGeom>
              <a:avLst/>
              <a:gdLst/>
              <a:ahLst/>
              <a:cxnLst/>
              <a:rect l="l" t="t" r="r" b="b"/>
              <a:pathLst>
                <a:path w="87" h="1" extrusionOk="0">
                  <a:moveTo>
                    <a:pt x="87" y="0"/>
                  </a:moveTo>
                  <a:lnTo>
                    <a:pt x="52" y="0"/>
                  </a:lnTo>
                  <a:lnTo>
                    <a:pt x="52" y="0"/>
                  </a:lnTo>
                  <a:lnTo>
                    <a:pt x="1" y="0"/>
                  </a:lnTo>
                  <a:cubicBezTo>
                    <a:pt x="18" y="0"/>
                    <a:pt x="35" y="0"/>
                    <a:pt x="69" y="0"/>
                  </a:cubicBezTo>
                  <a:lnTo>
                    <a:pt x="69" y="0"/>
                  </a:lnTo>
                  <a:lnTo>
                    <a:pt x="87" y="0"/>
                  </a:lnTo>
                  <a:close/>
                </a:path>
              </a:pathLst>
            </a:custGeom>
            <a:solidFill>
              <a:srgbClr val="45AB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39"/>
            <p:cNvSpPr/>
            <p:nvPr/>
          </p:nvSpPr>
          <p:spPr>
            <a:xfrm>
              <a:off x="6265339" y="3040968"/>
              <a:ext cx="68305" cy="264275"/>
            </a:xfrm>
            <a:custGeom>
              <a:avLst/>
              <a:gdLst/>
              <a:ahLst/>
              <a:cxnLst/>
              <a:rect l="l" t="t" r="r" b="b"/>
              <a:pathLst>
                <a:path w="947" h="3664" extrusionOk="0">
                  <a:moveTo>
                    <a:pt x="808" y="568"/>
                  </a:moveTo>
                  <a:lnTo>
                    <a:pt x="946" y="1"/>
                  </a:lnTo>
                  <a:lnTo>
                    <a:pt x="808" y="568"/>
                  </a:lnTo>
                  <a:lnTo>
                    <a:pt x="18" y="3646"/>
                  </a:lnTo>
                  <a:lnTo>
                    <a:pt x="18" y="3663"/>
                  </a:lnTo>
                  <a:lnTo>
                    <a:pt x="0" y="3646"/>
                  </a:lnTo>
                  <a:lnTo>
                    <a:pt x="0" y="3646"/>
                  </a:lnTo>
                  <a:lnTo>
                    <a:pt x="0" y="3646"/>
                  </a:lnTo>
                  <a:close/>
                </a:path>
              </a:pathLst>
            </a:custGeom>
            <a:solidFill>
              <a:srgbClr val="49B8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39"/>
            <p:cNvSpPr/>
            <p:nvPr/>
          </p:nvSpPr>
          <p:spPr>
            <a:xfrm>
              <a:off x="6336024" y="3033539"/>
              <a:ext cx="72" cy="1298"/>
            </a:xfrm>
            <a:custGeom>
              <a:avLst/>
              <a:gdLst/>
              <a:ahLst/>
              <a:cxnLst/>
              <a:rect l="l" t="t" r="r" b="b"/>
              <a:pathLst>
                <a:path w="1" h="18" extrusionOk="0">
                  <a:moveTo>
                    <a:pt x="0" y="1"/>
                  </a:moveTo>
                  <a:lnTo>
                    <a:pt x="0" y="1"/>
                  </a:lnTo>
                  <a:lnTo>
                    <a:pt x="0" y="18"/>
                  </a:lnTo>
                  <a:lnTo>
                    <a:pt x="0" y="18"/>
                  </a:lnTo>
                  <a:close/>
                </a:path>
              </a:pathLst>
            </a:custGeom>
            <a:solidFill>
              <a:srgbClr val="49B8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39"/>
            <p:cNvSpPr/>
            <p:nvPr/>
          </p:nvSpPr>
          <p:spPr>
            <a:xfrm>
              <a:off x="6519588" y="2611954"/>
              <a:ext cx="277835" cy="194744"/>
            </a:xfrm>
            <a:custGeom>
              <a:avLst/>
              <a:gdLst/>
              <a:ahLst/>
              <a:cxnLst/>
              <a:rect l="l" t="t" r="r" b="b"/>
              <a:pathLst>
                <a:path w="3852" h="2700" extrusionOk="0">
                  <a:moveTo>
                    <a:pt x="3232" y="0"/>
                  </a:moveTo>
                  <a:lnTo>
                    <a:pt x="0" y="2699"/>
                  </a:lnTo>
                  <a:lnTo>
                    <a:pt x="3851" y="2510"/>
                  </a:lnTo>
                  <a:lnTo>
                    <a:pt x="323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39"/>
            <p:cNvSpPr/>
            <p:nvPr/>
          </p:nvSpPr>
          <p:spPr>
            <a:xfrm>
              <a:off x="6493478" y="2792994"/>
              <a:ext cx="389488" cy="515928"/>
            </a:xfrm>
            <a:custGeom>
              <a:avLst/>
              <a:gdLst/>
              <a:ahLst/>
              <a:cxnLst/>
              <a:rect l="l" t="t" r="r" b="b"/>
              <a:pathLst>
                <a:path w="5400" h="7153" extrusionOk="0">
                  <a:moveTo>
                    <a:pt x="4213" y="0"/>
                  </a:moveTo>
                  <a:lnTo>
                    <a:pt x="362" y="207"/>
                  </a:lnTo>
                  <a:lnTo>
                    <a:pt x="362" y="378"/>
                  </a:lnTo>
                  <a:lnTo>
                    <a:pt x="345" y="550"/>
                  </a:lnTo>
                  <a:lnTo>
                    <a:pt x="156" y="4006"/>
                  </a:lnTo>
                  <a:lnTo>
                    <a:pt x="1" y="7101"/>
                  </a:lnTo>
                  <a:lnTo>
                    <a:pt x="861" y="7101"/>
                  </a:lnTo>
                  <a:lnTo>
                    <a:pt x="912" y="7118"/>
                  </a:lnTo>
                  <a:lnTo>
                    <a:pt x="2700" y="7118"/>
                  </a:lnTo>
                  <a:cubicBezTo>
                    <a:pt x="2872" y="7135"/>
                    <a:pt x="3027" y="7135"/>
                    <a:pt x="3182" y="7135"/>
                  </a:cubicBezTo>
                  <a:lnTo>
                    <a:pt x="5400" y="7153"/>
                  </a:lnTo>
                  <a:lnTo>
                    <a:pt x="5400" y="7135"/>
                  </a:lnTo>
                  <a:lnTo>
                    <a:pt x="5382" y="7101"/>
                  </a:lnTo>
                  <a:lnTo>
                    <a:pt x="5314" y="6706"/>
                  </a:lnTo>
                  <a:lnTo>
                    <a:pt x="4867" y="3955"/>
                  </a:lnTo>
                  <a:lnTo>
                    <a:pt x="421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39"/>
            <p:cNvSpPr/>
            <p:nvPr/>
          </p:nvSpPr>
          <p:spPr>
            <a:xfrm>
              <a:off x="6927542" y="2471810"/>
              <a:ext cx="357248" cy="514702"/>
            </a:xfrm>
            <a:custGeom>
              <a:avLst/>
              <a:gdLst/>
              <a:ahLst/>
              <a:cxnLst/>
              <a:rect l="l" t="t" r="r" b="b"/>
              <a:pathLst>
                <a:path w="4953" h="7136" extrusionOk="0">
                  <a:moveTo>
                    <a:pt x="1" y="0"/>
                  </a:moveTo>
                  <a:lnTo>
                    <a:pt x="1445" y="7135"/>
                  </a:lnTo>
                  <a:lnTo>
                    <a:pt x="4952" y="3456"/>
                  </a:lnTo>
                  <a:lnTo>
                    <a:pt x="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39"/>
            <p:cNvSpPr/>
            <p:nvPr/>
          </p:nvSpPr>
          <p:spPr>
            <a:xfrm>
              <a:off x="6942400" y="1944774"/>
              <a:ext cx="23658" cy="88068"/>
            </a:xfrm>
            <a:custGeom>
              <a:avLst/>
              <a:gdLst/>
              <a:ahLst/>
              <a:cxnLst/>
              <a:rect l="l" t="t" r="r" b="b"/>
              <a:pathLst>
                <a:path w="328" h="1221" extrusionOk="0">
                  <a:moveTo>
                    <a:pt x="328" y="0"/>
                  </a:moveTo>
                  <a:lnTo>
                    <a:pt x="18" y="1221"/>
                  </a:lnTo>
                  <a:lnTo>
                    <a:pt x="1" y="1169"/>
                  </a:lnTo>
                  <a:close/>
                </a:path>
              </a:pathLst>
            </a:custGeom>
            <a:solidFill>
              <a:srgbClr val="49B8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39"/>
            <p:cNvSpPr/>
            <p:nvPr/>
          </p:nvSpPr>
          <p:spPr>
            <a:xfrm>
              <a:off x="7049076" y="1619840"/>
              <a:ext cx="127810" cy="698266"/>
            </a:xfrm>
            <a:custGeom>
              <a:avLst/>
              <a:gdLst/>
              <a:ahLst/>
              <a:cxnLst/>
              <a:rect l="l" t="t" r="r" b="b"/>
              <a:pathLst>
                <a:path w="1772" h="9681" extrusionOk="0">
                  <a:moveTo>
                    <a:pt x="1771" y="1"/>
                  </a:moveTo>
                  <a:lnTo>
                    <a:pt x="0" y="362"/>
                  </a:lnTo>
                  <a:lnTo>
                    <a:pt x="791" y="9680"/>
                  </a:lnTo>
                  <a:lnTo>
                    <a:pt x="177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39"/>
            <p:cNvSpPr/>
            <p:nvPr/>
          </p:nvSpPr>
          <p:spPr>
            <a:xfrm>
              <a:off x="7106129" y="3011252"/>
              <a:ext cx="127810" cy="297670"/>
            </a:xfrm>
            <a:custGeom>
              <a:avLst/>
              <a:gdLst/>
              <a:ahLst/>
              <a:cxnLst/>
              <a:rect l="l" t="t" r="r" b="b"/>
              <a:pathLst>
                <a:path w="1772" h="4127" extrusionOk="0">
                  <a:moveTo>
                    <a:pt x="1771" y="4092"/>
                  </a:moveTo>
                  <a:lnTo>
                    <a:pt x="1771" y="4109"/>
                  </a:lnTo>
                  <a:lnTo>
                    <a:pt x="0" y="4127"/>
                  </a:lnTo>
                  <a:lnTo>
                    <a:pt x="0" y="4127"/>
                  </a:lnTo>
                  <a:lnTo>
                    <a:pt x="0" y="4109"/>
                  </a:lnTo>
                  <a:lnTo>
                    <a:pt x="18" y="4109"/>
                  </a:lnTo>
                  <a:lnTo>
                    <a:pt x="18" y="4058"/>
                  </a:lnTo>
                  <a:lnTo>
                    <a:pt x="998" y="946"/>
                  </a:lnTo>
                  <a:lnTo>
                    <a:pt x="1290" y="0"/>
                  </a:lnTo>
                  <a:lnTo>
                    <a:pt x="1393" y="946"/>
                  </a:lnTo>
                  <a:lnTo>
                    <a:pt x="1771" y="4058"/>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39"/>
            <p:cNvSpPr/>
            <p:nvPr/>
          </p:nvSpPr>
          <p:spPr>
            <a:xfrm>
              <a:off x="7423562" y="2189070"/>
              <a:ext cx="560647" cy="1114875"/>
            </a:xfrm>
            <a:custGeom>
              <a:avLst/>
              <a:gdLst/>
              <a:ahLst/>
              <a:cxnLst/>
              <a:rect l="l" t="t" r="r" b="b"/>
              <a:pathLst>
                <a:path w="7773" h="15457" extrusionOk="0">
                  <a:moveTo>
                    <a:pt x="7772" y="0"/>
                  </a:moveTo>
                  <a:lnTo>
                    <a:pt x="2924" y="4556"/>
                  </a:lnTo>
                  <a:lnTo>
                    <a:pt x="878" y="12207"/>
                  </a:lnTo>
                  <a:lnTo>
                    <a:pt x="1" y="15457"/>
                  </a:lnTo>
                  <a:lnTo>
                    <a:pt x="2597" y="15457"/>
                  </a:lnTo>
                  <a:lnTo>
                    <a:pt x="3250" y="12087"/>
                  </a:lnTo>
                  <a:lnTo>
                    <a:pt x="4488" y="5605"/>
                  </a:lnTo>
                  <a:lnTo>
                    <a:pt x="777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39"/>
            <p:cNvSpPr/>
            <p:nvPr/>
          </p:nvSpPr>
          <p:spPr>
            <a:xfrm>
              <a:off x="7984137" y="2189070"/>
              <a:ext cx="209603" cy="833361"/>
            </a:xfrm>
            <a:custGeom>
              <a:avLst/>
              <a:gdLst/>
              <a:ahLst/>
              <a:cxnLst/>
              <a:rect l="l" t="t" r="r" b="b"/>
              <a:pathLst>
                <a:path w="2906" h="11554" extrusionOk="0">
                  <a:moveTo>
                    <a:pt x="0" y="0"/>
                  </a:moveTo>
                  <a:lnTo>
                    <a:pt x="2906" y="11554"/>
                  </a:lnTo>
                  <a:lnTo>
                    <a:pt x="2906" y="5175"/>
                  </a:lnTo>
                  <a:lnTo>
                    <a:pt x="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39"/>
            <p:cNvSpPr/>
            <p:nvPr/>
          </p:nvSpPr>
          <p:spPr>
            <a:xfrm>
              <a:off x="7747271" y="2189070"/>
              <a:ext cx="446469" cy="833505"/>
            </a:xfrm>
            <a:custGeom>
              <a:avLst/>
              <a:gdLst/>
              <a:ahLst/>
              <a:cxnLst/>
              <a:rect l="l" t="t" r="r" b="b"/>
              <a:pathLst>
                <a:path w="6190" h="11556" extrusionOk="0">
                  <a:moveTo>
                    <a:pt x="3284" y="0"/>
                  </a:moveTo>
                  <a:lnTo>
                    <a:pt x="0" y="5605"/>
                  </a:lnTo>
                  <a:cubicBezTo>
                    <a:pt x="0" y="5605"/>
                    <a:pt x="6086" y="11555"/>
                    <a:pt x="6188" y="11555"/>
                  </a:cubicBezTo>
                  <a:cubicBezTo>
                    <a:pt x="6189" y="11555"/>
                    <a:pt x="6190" y="11555"/>
                    <a:pt x="6190" y="11554"/>
                  </a:cubicBezTo>
                  <a:cubicBezTo>
                    <a:pt x="6190" y="11468"/>
                    <a:pt x="3284" y="0"/>
                    <a:pt x="328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39"/>
            <p:cNvSpPr/>
            <p:nvPr/>
          </p:nvSpPr>
          <p:spPr>
            <a:xfrm>
              <a:off x="7457102" y="1376770"/>
              <a:ext cx="156300" cy="732960"/>
            </a:xfrm>
            <a:custGeom>
              <a:avLst/>
              <a:gdLst/>
              <a:ahLst/>
              <a:cxnLst/>
              <a:rect l="l" t="t" r="r" b="b"/>
              <a:pathLst>
                <a:path w="2167" h="10162" extrusionOk="0">
                  <a:moveTo>
                    <a:pt x="1255" y="1"/>
                  </a:moveTo>
                  <a:lnTo>
                    <a:pt x="0" y="1067"/>
                  </a:lnTo>
                  <a:lnTo>
                    <a:pt x="1479" y="10162"/>
                  </a:lnTo>
                  <a:lnTo>
                    <a:pt x="2166" y="87"/>
                  </a:lnTo>
                  <a:lnTo>
                    <a:pt x="125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39"/>
            <p:cNvSpPr/>
            <p:nvPr/>
          </p:nvSpPr>
          <p:spPr>
            <a:xfrm>
              <a:off x="7661655" y="1343303"/>
              <a:ext cx="158825" cy="785180"/>
            </a:xfrm>
            <a:custGeom>
              <a:avLst/>
              <a:gdLst/>
              <a:ahLst/>
              <a:cxnLst/>
              <a:rect l="l" t="t" r="r" b="b"/>
              <a:pathLst>
                <a:path w="2202" h="10886" extrusionOk="0">
                  <a:moveTo>
                    <a:pt x="1" y="0"/>
                  </a:moveTo>
                  <a:cubicBezTo>
                    <a:pt x="1" y="1"/>
                    <a:pt x="1408" y="10885"/>
                    <a:pt x="1428" y="10885"/>
                  </a:cubicBezTo>
                  <a:cubicBezTo>
                    <a:pt x="1428" y="10885"/>
                    <a:pt x="1428" y="10885"/>
                    <a:pt x="1428" y="10884"/>
                  </a:cubicBezTo>
                  <a:cubicBezTo>
                    <a:pt x="1428" y="10729"/>
                    <a:pt x="2202" y="654"/>
                    <a:pt x="2202" y="654"/>
                  </a:cubicBez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39"/>
            <p:cNvSpPr/>
            <p:nvPr/>
          </p:nvSpPr>
          <p:spPr>
            <a:xfrm>
              <a:off x="8077110" y="1474720"/>
              <a:ext cx="173683" cy="401894"/>
            </a:xfrm>
            <a:custGeom>
              <a:avLst/>
              <a:gdLst/>
              <a:ahLst/>
              <a:cxnLst/>
              <a:rect l="l" t="t" r="r" b="b"/>
              <a:pathLst>
                <a:path w="2408" h="5572" extrusionOk="0">
                  <a:moveTo>
                    <a:pt x="276" y="1"/>
                  </a:moveTo>
                  <a:lnTo>
                    <a:pt x="1" y="5572"/>
                  </a:lnTo>
                  <a:lnTo>
                    <a:pt x="1685" y="3611"/>
                  </a:lnTo>
                  <a:lnTo>
                    <a:pt x="2408" y="482"/>
                  </a:lnTo>
                  <a:lnTo>
                    <a:pt x="27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39"/>
            <p:cNvSpPr/>
            <p:nvPr/>
          </p:nvSpPr>
          <p:spPr>
            <a:xfrm>
              <a:off x="8477634" y="2729738"/>
              <a:ext cx="460173" cy="574207"/>
            </a:xfrm>
            <a:custGeom>
              <a:avLst/>
              <a:gdLst/>
              <a:ahLst/>
              <a:cxnLst/>
              <a:rect l="l" t="t" r="r" b="b"/>
              <a:pathLst>
                <a:path w="6380" h="7961" extrusionOk="0">
                  <a:moveTo>
                    <a:pt x="551" y="0"/>
                  </a:moveTo>
                  <a:lnTo>
                    <a:pt x="534" y="138"/>
                  </a:lnTo>
                  <a:lnTo>
                    <a:pt x="224" y="4557"/>
                  </a:lnTo>
                  <a:lnTo>
                    <a:pt x="35" y="7565"/>
                  </a:lnTo>
                  <a:lnTo>
                    <a:pt x="1" y="7961"/>
                  </a:lnTo>
                  <a:lnTo>
                    <a:pt x="6380" y="7961"/>
                  </a:lnTo>
                  <a:lnTo>
                    <a:pt x="5382" y="4849"/>
                  </a:lnTo>
                  <a:lnTo>
                    <a:pt x="4248" y="1324"/>
                  </a:lnTo>
                  <a:lnTo>
                    <a:pt x="55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39"/>
            <p:cNvSpPr/>
            <p:nvPr/>
          </p:nvSpPr>
          <p:spPr>
            <a:xfrm>
              <a:off x="8516078" y="1912534"/>
              <a:ext cx="267954" cy="912774"/>
            </a:xfrm>
            <a:custGeom>
              <a:avLst/>
              <a:gdLst/>
              <a:ahLst/>
              <a:cxnLst/>
              <a:rect l="l" t="t" r="r" b="b"/>
              <a:pathLst>
                <a:path w="3715" h="12655" extrusionOk="0">
                  <a:moveTo>
                    <a:pt x="1514" y="0"/>
                  </a:moveTo>
                  <a:lnTo>
                    <a:pt x="379" y="1891"/>
                  </a:lnTo>
                  <a:lnTo>
                    <a:pt x="1" y="11330"/>
                  </a:lnTo>
                  <a:lnTo>
                    <a:pt x="3715" y="12654"/>
                  </a:lnTo>
                  <a:lnTo>
                    <a:pt x="2769" y="5433"/>
                  </a:lnTo>
                  <a:lnTo>
                    <a:pt x="151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39"/>
            <p:cNvSpPr/>
            <p:nvPr/>
          </p:nvSpPr>
          <p:spPr>
            <a:xfrm>
              <a:off x="8193668" y="2729738"/>
              <a:ext cx="323780" cy="574207"/>
            </a:xfrm>
            <a:custGeom>
              <a:avLst/>
              <a:gdLst/>
              <a:ahLst/>
              <a:cxnLst/>
              <a:rect l="l" t="t" r="r" b="b"/>
              <a:pathLst>
                <a:path w="4489" h="7961" extrusionOk="0">
                  <a:moveTo>
                    <a:pt x="4488" y="0"/>
                  </a:moveTo>
                  <a:lnTo>
                    <a:pt x="4454" y="18"/>
                  </a:lnTo>
                  <a:lnTo>
                    <a:pt x="3285" y="1084"/>
                  </a:lnTo>
                  <a:lnTo>
                    <a:pt x="2236" y="2029"/>
                  </a:lnTo>
                  <a:lnTo>
                    <a:pt x="1" y="4058"/>
                  </a:lnTo>
                  <a:lnTo>
                    <a:pt x="104" y="4367"/>
                  </a:lnTo>
                  <a:lnTo>
                    <a:pt x="1325" y="7961"/>
                  </a:lnTo>
                  <a:lnTo>
                    <a:pt x="3938" y="7961"/>
                  </a:lnTo>
                  <a:lnTo>
                    <a:pt x="3972" y="7565"/>
                  </a:lnTo>
                  <a:lnTo>
                    <a:pt x="4161" y="4557"/>
                  </a:lnTo>
                  <a:lnTo>
                    <a:pt x="4471" y="138"/>
                  </a:lnTo>
                  <a:lnTo>
                    <a:pt x="448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39"/>
            <p:cNvSpPr/>
            <p:nvPr/>
          </p:nvSpPr>
          <p:spPr>
            <a:xfrm>
              <a:off x="8783959" y="2825235"/>
              <a:ext cx="563099" cy="478710"/>
            </a:xfrm>
            <a:custGeom>
              <a:avLst/>
              <a:gdLst/>
              <a:ahLst/>
              <a:cxnLst/>
              <a:rect l="l" t="t" r="r" b="b"/>
              <a:pathLst>
                <a:path w="7807" h="6637" extrusionOk="0">
                  <a:moveTo>
                    <a:pt x="1" y="0"/>
                  </a:moveTo>
                  <a:lnTo>
                    <a:pt x="1135" y="3525"/>
                  </a:lnTo>
                  <a:lnTo>
                    <a:pt x="2150" y="6637"/>
                  </a:lnTo>
                  <a:cubicBezTo>
                    <a:pt x="2425" y="6637"/>
                    <a:pt x="2700" y="6620"/>
                    <a:pt x="2958" y="6602"/>
                  </a:cubicBezTo>
                  <a:cubicBezTo>
                    <a:pt x="5004" y="6482"/>
                    <a:pt x="6758" y="6396"/>
                    <a:pt x="7480" y="6362"/>
                  </a:cubicBezTo>
                  <a:lnTo>
                    <a:pt x="7600" y="6345"/>
                  </a:lnTo>
                  <a:lnTo>
                    <a:pt x="7806" y="6345"/>
                  </a:lnTo>
                  <a:lnTo>
                    <a:pt x="7015" y="3834"/>
                  </a:lnTo>
                  <a:lnTo>
                    <a:pt x="6534" y="2287"/>
                  </a:ln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39"/>
            <p:cNvSpPr/>
            <p:nvPr/>
          </p:nvSpPr>
          <p:spPr>
            <a:xfrm>
              <a:off x="8193668" y="2093574"/>
              <a:ext cx="322482" cy="928858"/>
            </a:xfrm>
            <a:custGeom>
              <a:avLst/>
              <a:gdLst/>
              <a:ahLst/>
              <a:cxnLst/>
              <a:rect l="l" t="t" r="r" b="b"/>
              <a:pathLst>
                <a:path w="4471" h="12878" extrusionOk="0">
                  <a:moveTo>
                    <a:pt x="1686" y="0"/>
                  </a:moveTo>
                  <a:lnTo>
                    <a:pt x="1" y="6499"/>
                  </a:lnTo>
                  <a:lnTo>
                    <a:pt x="1" y="12878"/>
                  </a:lnTo>
                  <a:lnTo>
                    <a:pt x="4471" y="8958"/>
                  </a:lnTo>
                  <a:lnTo>
                    <a:pt x="3697" y="2356"/>
                  </a:lnTo>
                  <a:lnTo>
                    <a:pt x="3285" y="9904"/>
                  </a:lnTo>
                  <a:lnTo>
                    <a:pt x="2236" y="10849"/>
                  </a:lnTo>
                  <a:lnTo>
                    <a:pt x="168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39"/>
            <p:cNvSpPr/>
            <p:nvPr/>
          </p:nvSpPr>
          <p:spPr>
            <a:xfrm>
              <a:off x="8715799" y="2304402"/>
              <a:ext cx="539514" cy="685788"/>
            </a:xfrm>
            <a:custGeom>
              <a:avLst/>
              <a:gdLst/>
              <a:ahLst/>
              <a:cxnLst/>
              <a:rect l="l" t="t" r="r" b="b"/>
              <a:pathLst>
                <a:path w="7480" h="9508" extrusionOk="0">
                  <a:moveTo>
                    <a:pt x="0" y="0"/>
                  </a:moveTo>
                  <a:lnTo>
                    <a:pt x="946" y="7221"/>
                  </a:lnTo>
                  <a:lnTo>
                    <a:pt x="7479" y="9508"/>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39"/>
            <p:cNvSpPr/>
            <p:nvPr/>
          </p:nvSpPr>
          <p:spPr>
            <a:xfrm>
              <a:off x="8770327" y="1784796"/>
              <a:ext cx="143894" cy="584161"/>
            </a:xfrm>
            <a:custGeom>
              <a:avLst/>
              <a:gdLst/>
              <a:ahLst/>
              <a:cxnLst/>
              <a:rect l="l" t="t" r="r" b="b"/>
              <a:pathLst>
                <a:path w="1995" h="8099" extrusionOk="0">
                  <a:moveTo>
                    <a:pt x="1" y="0"/>
                  </a:moveTo>
                  <a:lnTo>
                    <a:pt x="1995" y="8098"/>
                  </a:lnTo>
                  <a:lnTo>
                    <a:pt x="1754" y="1582"/>
                  </a:lnTo>
                  <a:lnTo>
                    <a:pt x="1720" y="1496"/>
                  </a:lnTo>
                  <a:lnTo>
                    <a:pt x="1410" y="568"/>
                  </a:lnTo>
                  <a:lnTo>
                    <a:pt x="1393" y="550"/>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39"/>
            <p:cNvSpPr/>
            <p:nvPr/>
          </p:nvSpPr>
          <p:spPr>
            <a:xfrm>
              <a:off x="8431761" y="1618614"/>
              <a:ext cx="120381" cy="458875"/>
            </a:xfrm>
            <a:custGeom>
              <a:avLst/>
              <a:gdLst/>
              <a:ahLst/>
              <a:cxnLst/>
              <a:rect l="l" t="t" r="r" b="b"/>
              <a:pathLst>
                <a:path w="1669" h="6362" extrusionOk="0">
                  <a:moveTo>
                    <a:pt x="1669" y="0"/>
                  </a:moveTo>
                  <a:lnTo>
                    <a:pt x="1" y="379"/>
                  </a:lnTo>
                  <a:lnTo>
                    <a:pt x="396" y="6362"/>
                  </a:lnTo>
                  <a:lnTo>
                    <a:pt x="166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39"/>
            <p:cNvSpPr/>
            <p:nvPr/>
          </p:nvSpPr>
          <p:spPr>
            <a:xfrm>
              <a:off x="9105143" y="2014161"/>
              <a:ext cx="1298" cy="104296"/>
            </a:xfrm>
            <a:custGeom>
              <a:avLst/>
              <a:gdLst/>
              <a:ahLst/>
              <a:cxnLst/>
              <a:rect l="l" t="t" r="r" b="b"/>
              <a:pathLst>
                <a:path w="18" h="1446" extrusionOk="0">
                  <a:moveTo>
                    <a:pt x="18" y="53"/>
                  </a:moveTo>
                  <a:lnTo>
                    <a:pt x="18" y="1445"/>
                  </a:lnTo>
                  <a:lnTo>
                    <a:pt x="18" y="1411"/>
                  </a:lnTo>
                  <a:lnTo>
                    <a:pt x="1" y="1394"/>
                  </a:lnTo>
                  <a:lnTo>
                    <a:pt x="1" y="1"/>
                  </a:lnTo>
                  <a:cubicBezTo>
                    <a:pt x="18" y="18"/>
                    <a:pt x="18" y="35"/>
                    <a:pt x="18" y="53"/>
                  </a:cubicBezTo>
                  <a:close/>
                </a:path>
              </a:pathLst>
            </a:custGeom>
            <a:solidFill>
              <a:srgbClr val="B7E8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39"/>
            <p:cNvSpPr/>
            <p:nvPr/>
          </p:nvSpPr>
          <p:spPr>
            <a:xfrm>
              <a:off x="9211820" y="2641670"/>
              <a:ext cx="3751" cy="13704"/>
            </a:xfrm>
            <a:custGeom>
              <a:avLst/>
              <a:gdLst/>
              <a:ahLst/>
              <a:cxnLst/>
              <a:rect l="l" t="t" r="r" b="b"/>
              <a:pathLst>
                <a:path w="52" h="190" extrusionOk="0">
                  <a:moveTo>
                    <a:pt x="52" y="190"/>
                  </a:moveTo>
                  <a:lnTo>
                    <a:pt x="35" y="121"/>
                  </a:lnTo>
                  <a:lnTo>
                    <a:pt x="0" y="1"/>
                  </a:lnTo>
                  <a:cubicBezTo>
                    <a:pt x="17" y="52"/>
                    <a:pt x="35" y="104"/>
                    <a:pt x="52" y="155"/>
                  </a:cubicBezTo>
                  <a:lnTo>
                    <a:pt x="52" y="190"/>
                  </a:lnTo>
                  <a:close/>
                </a:path>
              </a:pathLst>
            </a:custGeom>
            <a:solidFill>
              <a:srgbClr val="49B8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39"/>
            <p:cNvSpPr/>
            <p:nvPr/>
          </p:nvSpPr>
          <p:spPr>
            <a:xfrm>
              <a:off x="9255240" y="2990118"/>
              <a:ext cx="267882" cy="313827"/>
            </a:xfrm>
            <a:custGeom>
              <a:avLst/>
              <a:gdLst/>
              <a:ahLst/>
              <a:cxnLst/>
              <a:rect l="l" t="t" r="r" b="b"/>
              <a:pathLst>
                <a:path w="3714" h="4351" extrusionOk="0">
                  <a:moveTo>
                    <a:pt x="0" y="1"/>
                  </a:moveTo>
                  <a:lnTo>
                    <a:pt x="481" y="1548"/>
                  </a:lnTo>
                  <a:lnTo>
                    <a:pt x="1272" y="4059"/>
                  </a:lnTo>
                  <a:cubicBezTo>
                    <a:pt x="1410" y="4076"/>
                    <a:pt x="1565" y="4110"/>
                    <a:pt x="1719" y="4144"/>
                  </a:cubicBezTo>
                  <a:lnTo>
                    <a:pt x="1737" y="4144"/>
                  </a:lnTo>
                  <a:cubicBezTo>
                    <a:pt x="1737" y="4144"/>
                    <a:pt x="3060" y="4316"/>
                    <a:pt x="3060" y="4316"/>
                  </a:cubicBezTo>
                  <a:lnTo>
                    <a:pt x="3714" y="4351"/>
                  </a:lnTo>
                  <a:lnTo>
                    <a:pt x="3714" y="4334"/>
                  </a:lnTo>
                  <a:lnTo>
                    <a:pt x="3095" y="1634"/>
                  </a:lnTo>
                  <a:lnTo>
                    <a:pt x="2665" y="1411"/>
                  </a:lnTo>
                  <a:lnTo>
                    <a:pt x="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39"/>
            <p:cNvSpPr/>
            <p:nvPr/>
          </p:nvSpPr>
          <p:spPr>
            <a:xfrm>
              <a:off x="6264113" y="3305171"/>
              <a:ext cx="1298" cy="1298"/>
            </a:xfrm>
            <a:custGeom>
              <a:avLst/>
              <a:gdLst/>
              <a:ahLst/>
              <a:cxnLst/>
              <a:rect l="l" t="t" r="r" b="b"/>
              <a:pathLst>
                <a:path w="18" h="18" extrusionOk="0">
                  <a:moveTo>
                    <a:pt x="17" y="0"/>
                  </a:moveTo>
                  <a:lnTo>
                    <a:pt x="0" y="17"/>
                  </a:lnTo>
                  <a:lnTo>
                    <a:pt x="17" y="0"/>
                  </a:lnTo>
                  <a:close/>
                </a:path>
              </a:pathLst>
            </a:custGeom>
            <a:solidFill>
              <a:srgbClr val="B7E8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39"/>
            <p:cNvSpPr/>
            <p:nvPr/>
          </p:nvSpPr>
          <p:spPr>
            <a:xfrm>
              <a:off x="6493478" y="3266727"/>
              <a:ext cx="611497" cy="42195"/>
            </a:xfrm>
            <a:custGeom>
              <a:avLst/>
              <a:gdLst/>
              <a:ahLst/>
              <a:cxnLst/>
              <a:rect l="l" t="t" r="r" b="b"/>
              <a:pathLst>
                <a:path w="8478" h="585" extrusionOk="0">
                  <a:moveTo>
                    <a:pt x="895" y="0"/>
                  </a:moveTo>
                  <a:lnTo>
                    <a:pt x="18" y="516"/>
                  </a:lnTo>
                  <a:lnTo>
                    <a:pt x="1" y="516"/>
                  </a:lnTo>
                  <a:lnTo>
                    <a:pt x="1" y="533"/>
                  </a:lnTo>
                  <a:lnTo>
                    <a:pt x="620" y="533"/>
                  </a:lnTo>
                  <a:lnTo>
                    <a:pt x="5400" y="567"/>
                  </a:lnTo>
                  <a:lnTo>
                    <a:pt x="6895" y="585"/>
                  </a:lnTo>
                  <a:lnTo>
                    <a:pt x="8477" y="585"/>
                  </a:lnTo>
                  <a:lnTo>
                    <a:pt x="8477" y="567"/>
                  </a:lnTo>
                  <a:lnTo>
                    <a:pt x="8443" y="516"/>
                  </a:lnTo>
                  <a:lnTo>
                    <a:pt x="8116" y="120"/>
                  </a:lnTo>
                  <a:lnTo>
                    <a:pt x="7428" y="120"/>
                  </a:lnTo>
                  <a:lnTo>
                    <a:pt x="6517" y="516"/>
                  </a:lnTo>
                  <a:lnTo>
                    <a:pt x="5400" y="138"/>
                  </a:lnTo>
                  <a:lnTo>
                    <a:pt x="5314" y="138"/>
                  </a:lnTo>
                  <a:lnTo>
                    <a:pt x="89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39"/>
            <p:cNvSpPr/>
            <p:nvPr/>
          </p:nvSpPr>
          <p:spPr>
            <a:xfrm>
              <a:off x="8356171" y="3262977"/>
              <a:ext cx="424182" cy="40968"/>
            </a:xfrm>
            <a:custGeom>
              <a:avLst/>
              <a:gdLst/>
              <a:ahLst/>
              <a:cxnLst/>
              <a:rect l="l" t="t" r="r" b="b"/>
              <a:pathLst>
                <a:path w="5881" h="568" extrusionOk="0">
                  <a:moveTo>
                    <a:pt x="2923" y="0"/>
                  </a:moveTo>
                  <a:lnTo>
                    <a:pt x="1719" y="172"/>
                  </a:lnTo>
                  <a:lnTo>
                    <a:pt x="309" y="361"/>
                  </a:lnTo>
                  <a:lnTo>
                    <a:pt x="0" y="568"/>
                  </a:lnTo>
                  <a:lnTo>
                    <a:pt x="5880" y="568"/>
                  </a:lnTo>
                  <a:lnTo>
                    <a:pt x="5278" y="276"/>
                  </a:lnTo>
                  <a:lnTo>
                    <a:pt x="292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39"/>
            <p:cNvSpPr/>
            <p:nvPr/>
          </p:nvSpPr>
          <p:spPr>
            <a:xfrm>
              <a:off x="8993562" y="3262977"/>
              <a:ext cx="483687" cy="38516"/>
            </a:xfrm>
            <a:custGeom>
              <a:avLst/>
              <a:gdLst/>
              <a:ahLst/>
              <a:cxnLst/>
              <a:rect l="l" t="t" r="r" b="b"/>
              <a:pathLst>
                <a:path w="6706" h="534" extrusionOk="0">
                  <a:moveTo>
                    <a:pt x="997" y="0"/>
                  </a:moveTo>
                  <a:lnTo>
                    <a:pt x="0" y="533"/>
                  </a:lnTo>
                  <a:lnTo>
                    <a:pt x="6706" y="533"/>
                  </a:lnTo>
                  <a:lnTo>
                    <a:pt x="4900" y="276"/>
                  </a:lnTo>
                  <a:lnTo>
                    <a:pt x="261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39"/>
            <p:cNvSpPr/>
            <p:nvPr/>
          </p:nvSpPr>
          <p:spPr>
            <a:xfrm>
              <a:off x="6336024" y="3033539"/>
              <a:ext cx="72" cy="1298"/>
            </a:xfrm>
            <a:custGeom>
              <a:avLst/>
              <a:gdLst/>
              <a:ahLst/>
              <a:cxnLst/>
              <a:rect l="l" t="t" r="r" b="b"/>
              <a:pathLst>
                <a:path w="1" h="18" extrusionOk="0">
                  <a:moveTo>
                    <a:pt x="0" y="1"/>
                  </a:moveTo>
                  <a:lnTo>
                    <a:pt x="0" y="18"/>
                  </a:lnTo>
                  <a:lnTo>
                    <a:pt x="0" y="1"/>
                  </a:lnTo>
                  <a:lnTo>
                    <a:pt x="0" y="1"/>
                  </a:lnTo>
                  <a:close/>
                </a:path>
              </a:pathLst>
            </a:custGeom>
            <a:solidFill>
              <a:srgbClr val="82C1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39"/>
            <p:cNvSpPr/>
            <p:nvPr/>
          </p:nvSpPr>
          <p:spPr>
            <a:xfrm>
              <a:off x="6336024" y="3021133"/>
              <a:ext cx="2524" cy="8800"/>
            </a:xfrm>
            <a:custGeom>
              <a:avLst/>
              <a:gdLst/>
              <a:ahLst/>
              <a:cxnLst/>
              <a:rect l="l" t="t" r="r" b="b"/>
              <a:pathLst>
                <a:path w="35" h="122" extrusionOk="0">
                  <a:moveTo>
                    <a:pt x="35" y="1"/>
                  </a:moveTo>
                  <a:cubicBezTo>
                    <a:pt x="35" y="35"/>
                    <a:pt x="18" y="87"/>
                    <a:pt x="0" y="121"/>
                  </a:cubicBezTo>
                  <a:lnTo>
                    <a:pt x="18" y="70"/>
                  </a:lnTo>
                  <a:cubicBezTo>
                    <a:pt x="35" y="52"/>
                    <a:pt x="35" y="18"/>
                    <a:pt x="35" y="1"/>
                  </a:cubicBezTo>
                  <a:close/>
                </a:path>
              </a:pathLst>
            </a:custGeom>
            <a:solidFill>
              <a:srgbClr val="82C1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14" name="Google Shape;1414;p39"/>
          <p:cNvGrpSpPr/>
          <p:nvPr/>
        </p:nvGrpSpPr>
        <p:grpSpPr>
          <a:xfrm rot="-5400000">
            <a:off x="2760234" y="1347227"/>
            <a:ext cx="1416145" cy="5928416"/>
            <a:chOff x="5302750" y="248009"/>
            <a:chExt cx="889650" cy="3724347"/>
          </a:xfrm>
        </p:grpSpPr>
        <p:sp>
          <p:nvSpPr>
            <p:cNvPr id="1415" name="Google Shape;1415;p39"/>
            <p:cNvSpPr/>
            <p:nvPr/>
          </p:nvSpPr>
          <p:spPr>
            <a:xfrm>
              <a:off x="5964250" y="1724325"/>
              <a:ext cx="79850" cy="206650"/>
            </a:xfrm>
            <a:custGeom>
              <a:avLst/>
              <a:gdLst/>
              <a:ahLst/>
              <a:cxnLst/>
              <a:rect l="l" t="t" r="r" b="b"/>
              <a:pathLst>
                <a:path w="3194" h="8266" extrusionOk="0">
                  <a:moveTo>
                    <a:pt x="1059" y="0"/>
                  </a:moveTo>
                  <a:cubicBezTo>
                    <a:pt x="1028" y="0"/>
                    <a:pt x="993" y="15"/>
                    <a:pt x="956" y="57"/>
                  </a:cubicBezTo>
                  <a:cubicBezTo>
                    <a:pt x="852" y="195"/>
                    <a:pt x="388" y="1502"/>
                    <a:pt x="268" y="1983"/>
                  </a:cubicBezTo>
                  <a:cubicBezTo>
                    <a:pt x="165" y="2447"/>
                    <a:pt x="10" y="3204"/>
                    <a:pt x="10" y="3204"/>
                  </a:cubicBezTo>
                  <a:cubicBezTo>
                    <a:pt x="10" y="3204"/>
                    <a:pt x="182" y="3204"/>
                    <a:pt x="233" y="3083"/>
                  </a:cubicBezTo>
                  <a:lnTo>
                    <a:pt x="233" y="3083"/>
                  </a:lnTo>
                  <a:cubicBezTo>
                    <a:pt x="233" y="3084"/>
                    <a:pt x="233" y="3892"/>
                    <a:pt x="216" y="4184"/>
                  </a:cubicBezTo>
                  <a:cubicBezTo>
                    <a:pt x="216" y="4476"/>
                    <a:pt x="27" y="4872"/>
                    <a:pt x="10" y="5043"/>
                  </a:cubicBezTo>
                  <a:cubicBezTo>
                    <a:pt x="1" y="5090"/>
                    <a:pt x="19" y="5106"/>
                    <a:pt x="52" y="5106"/>
                  </a:cubicBezTo>
                  <a:cubicBezTo>
                    <a:pt x="133" y="5106"/>
                    <a:pt x="306" y="5006"/>
                    <a:pt x="384" y="5006"/>
                  </a:cubicBezTo>
                  <a:cubicBezTo>
                    <a:pt x="392" y="5006"/>
                    <a:pt x="400" y="5007"/>
                    <a:pt x="405" y="5009"/>
                  </a:cubicBezTo>
                  <a:cubicBezTo>
                    <a:pt x="491" y="5026"/>
                    <a:pt x="1076" y="6660"/>
                    <a:pt x="1093" y="6883"/>
                  </a:cubicBezTo>
                  <a:cubicBezTo>
                    <a:pt x="1093" y="7124"/>
                    <a:pt x="526" y="8052"/>
                    <a:pt x="474" y="8224"/>
                  </a:cubicBezTo>
                  <a:cubicBezTo>
                    <a:pt x="464" y="8254"/>
                    <a:pt x="475" y="8266"/>
                    <a:pt x="501" y="8266"/>
                  </a:cubicBezTo>
                  <a:cubicBezTo>
                    <a:pt x="612" y="8266"/>
                    <a:pt x="1001" y="8049"/>
                    <a:pt x="1265" y="8035"/>
                  </a:cubicBezTo>
                  <a:cubicBezTo>
                    <a:pt x="1564" y="8035"/>
                    <a:pt x="2049" y="8265"/>
                    <a:pt x="2222" y="8265"/>
                  </a:cubicBezTo>
                  <a:cubicBezTo>
                    <a:pt x="2238" y="8265"/>
                    <a:pt x="2252" y="8263"/>
                    <a:pt x="2262" y="8259"/>
                  </a:cubicBezTo>
                  <a:cubicBezTo>
                    <a:pt x="2400" y="8224"/>
                    <a:pt x="1368" y="7141"/>
                    <a:pt x="1368" y="7141"/>
                  </a:cubicBezTo>
                  <a:lnTo>
                    <a:pt x="1385" y="7141"/>
                  </a:lnTo>
                  <a:cubicBezTo>
                    <a:pt x="1385" y="7141"/>
                    <a:pt x="1213" y="6969"/>
                    <a:pt x="1695" y="6023"/>
                  </a:cubicBezTo>
                  <a:cubicBezTo>
                    <a:pt x="2159" y="5095"/>
                    <a:pt x="2314" y="4356"/>
                    <a:pt x="2314" y="4356"/>
                  </a:cubicBezTo>
                  <a:cubicBezTo>
                    <a:pt x="2314" y="4356"/>
                    <a:pt x="2761" y="4356"/>
                    <a:pt x="2830" y="4287"/>
                  </a:cubicBezTo>
                  <a:cubicBezTo>
                    <a:pt x="2881" y="4235"/>
                    <a:pt x="2451" y="3737"/>
                    <a:pt x="2434" y="3634"/>
                  </a:cubicBezTo>
                  <a:cubicBezTo>
                    <a:pt x="2417" y="3548"/>
                    <a:pt x="2434" y="3290"/>
                    <a:pt x="2434" y="3204"/>
                  </a:cubicBezTo>
                  <a:cubicBezTo>
                    <a:pt x="2434" y="3182"/>
                    <a:pt x="2468" y="3174"/>
                    <a:pt x="2521" y="3174"/>
                  </a:cubicBezTo>
                  <a:cubicBezTo>
                    <a:pt x="2677" y="3174"/>
                    <a:pt x="2999" y="3243"/>
                    <a:pt x="3132" y="3243"/>
                  </a:cubicBezTo>
                  <a:cubicBezTo>
                    <a:pt x="3171" y="3243"/>
                    <a:pt x="3194" y="3237"/>
                    <a:pt x="3191" y="3221"/>
                  </a:cubicBezTo>
                  <a:cubicBezTo>
                    <a:pt x="3105" y="2894"/>
                    <a:pt x="2400" y="2396"/>
                    <a:pt x="2365" y="2172"/>
                  </a:cubicBezTo>
                  <a:cubicBezTo>
                    <a:pt x="2331" y="1949"/>
                    <a:pt x="2159" y="1364"/>
                    <a:pt x="1850" y="745"/>
                  </a:cubicBezTo>
                  <a:cubicBezTo>
                    <a:pt x="1607" y="261"/>
                    <a:pt x="1386" y="19"/>
                    <a:pt x="1260" y="19"/>
                  </a:cubicBezTo>
                  <a:cubicBezTo>
                    <a:pt x="1225" y="19"/>
                    <a:pt x="1198" y="37"/>
                    <a:pt x="1179" y="75"/>
                  </a:cubicBezTo>
                  <a:cubicBezTo>
                    <a:pt x="1179" y="75"/>
                    <a:pt x="1130" y="0"/>
                    <a:pt x="1059" y="0"/>
                  </a:cubicBezTo>
                  <a:close/>
                </a:path>
              </a:pathLst>
            </a:custGeom>
            <a:solidFill>
              <a:srgbClr val="36A3D2">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39"/>
            <p:cNvSpPr/>
            <p:nvPr/>
          </p:nvSpPr>
          <p:spPr>
            <a:xfrm>
              <a:off x="5600600" y="248009"/>
              <a:ext cx="79875" cy="206625"/>
            </a:xfrm>
            <a:custGeom>
              <a:avLst/>
              <a:gdLst/>
              <a:ahLst/>
              <a:cxnLst/>
              <a:rect l="l" t="t" r="r" b="b"/>
              <a:pathLst>
                <a:path w="3195" h="8265" extrusionOk="0">
                  <a:moveTo>
                    <a:pt x="1060" y="0"/>
                  </a:moveTo>
                  <a:cubicBezTo>
                    <a:pt x="1029" y="0"/>
                    <a:pt x="993" y="15"/>
                    <a:pt x="956" y="57"/>
                  </a:cubicBezTo>
                  <a:cubicBezTo>
                    <a:pt x="853" y="177"/>
                    <a:pt x="372" y="1501"/>
                    <a:pt x="269" y="1966"/>
                  </a:cubicBezTo>
                  <a:cubicBezTo>
                    <a:pt x="165" y="2447"/>
                    <a:pt x="11" y="3186"/>
                    <a:pt x="11" y="3186"/>
                  </a:cubicBezTo>
                  <a:cubicBezTo>
                    <a:pt x="11" y="3186"/>
                    <a:pt x="183" y="3186"/>
                    <a:pt x="234" y="3083"/>
                  </a:cubicBezTo>
                  <a:lnTo>
                    <a:pt x="234" y="3083"/>
                  </a:lnTo>
                  <a:cubicBezTo>
                    <a:pt x="234" y="3083"/>
                    <a:pt x="234" y="3891"/>
                    <a:pt x="217" y="4183"/>
                  </a:cubicBezTo>
                  <a:cubicBezTo>
                    <a:pt x="217" y="4459"/>
                    <a:pt x="28" y="4854"/>
                    <a:pt x="11" y="5026"/>
                  </a:cubicBezTo>
                  <a:cubicBezTo>
                    <a:pt x="1" y="5080"/>
                    <a:pt x="22" y="5099"/>
                    <a:pt x="59" y="5099"/>
                  </a:cubicBezTo>
                  <a:cubicBezTo>
                    <a:pt x="147" y="5099"/>
                    <a:pt x="326" y="4991"/>
                    <a:pt x="396" y="4991"/>
                  </a:cubicBezTo>
                  <a:cubicBezTo>
                    <a:pt x="400" y="4991"/>
                    <a:pt x="403" y="4991"/>
                    <a:pt x="406" y="4992"/>
                  </a:cubicBezTo>
                  <a:cubicBezTo>
                    <a:pt x="492" y="5026"/>
                    <a:pt x="1077" y="6642"/>
                    <a:pt x="1077" y="6883"/>
                  </a:cubicBezTo>
                  <a:cubicBezTo>
                    <a:pt x="1094" y="7106"/>
                    <a:pt x="509" y="8035"/>
                    <a:pt x="475" y="8207"/>
                  </a:cubicBezTo>
                  <a:cubicBezTo>
                    <a:pt x="465" y="8241"/>
                    <a:pt x="477" y="8255"/>
                    <a:pt x="506" y="8255"/>
                  </a:cubicBezTo>
                  <a:cubicBezTo>
                    <a:pt x="622" y="8255"/>
                    <a:pt x="1004" y="8035"/>
                    <a:pt x="1266" y="8035"/>
                  </a:cubicBezTo>
                  <a:cubicBezTo>
                    <a:pt x="1275" y="8034"/>
                    <a:pt x="1285" y="8034"/>
                    <a:pt x="1294" y="8034"/>
                  </a:cubicBezTo>
                  <a:cubicBezTo>
                    <a:pt x="1596" y="8034"/>
                    <a:pt x="2060" y="8264"/>
                    <a:pt x="2225" y="8264"/>
                  </a:cubicBezTo>
                  <a:cubicBezTo>
                    <a:pt x="2241" y="8264"/>
                    <a:pt x="2253" y="8262"/>
                    <a:pt x="2263" y="8258"/>
                  </a:cubicBezTo>
                  <a:cubicBezTo>
                    <a:pt x="2400" y="8207"/>
                    <a:pt x="1369" y="7141"/>
                    <a:pt x="1369" y="7141"/>
                  </a:cubicBezTo>
                  <a:lnTo>
                    <a:pt x="1386" y="7141"/>
                  </a:lnTo>
                  <a:cubicBezTo>
                    <a:pt x="1386" y="7141"/>
                    <a:pt x="1214" y="6969"/>
                    <a:pt x="1696" y="6023"/>
                  </a:cubicBezTo>
                  <a:cubicBezTo>
                    <a:pt x="2160" y="5078"/>
                    <a:pt x="2314" y="4355"/>
                    <a:pt x="2314" y="4355"/>
                  </a:cubicBezTo>
                  <a:cubicBezTo>
                    <a:pt x="2314" y="4355"/>
                    <a:pt x="2762" y="4355"/>
                    <a:pt x="2830" y="4269"/>
                  </a:cubicBezTo>
                  <a:cubicBezTo>
                    <a:pt x="2882" y="4235"/>
                    <a:pt x="2452" y="3719"/>
                    <a:pt x="2435" y="3633"/>
                  </a:cubicBezTo>
                  <a:cubicBezTo>
                    <a:pt x="2418" y="3530"/>
                    <a:pt x="2435" y="3289"/>
                    <a:pt x="2435" y="3186"/>
                  </a:cubicBezTo>
                  <a:cubicBezTo>
                    <a:pt x="2435" y="3170"/>
                    <a:pt x="2464" y="3163"/>
                    <a:pt x="2511" y="3163"/>
                  </a:cubicBezTo>
                  <a:cubicBezTo>
                    <a:pt x="2658" y="3163"/>
                    <a:pt x="2982" y="3226"/>
                    <a:pt x="3124" y="3226"/>
                  </a:cubicBezTo>
                  <a:cubicBezTo>
                    <a:pt x="3168" y="3226"/>
                    <a:pt x="3195" y="3220"/>
                    <a:pt x="3191" y="3203"/>
                  </a:cubicBezTo>
                  <a:cubicBezTo>
                    <a:pt x="3105" y="2877"/>
                    <a:pt x="2400" y="2395"/>
                    <a:pt x="2366" y="2155"/>
                  </a:cubicBezTo>
                  <a:cubicBezTo>
                    <a:pt x="2332" y="1931"/>
                    <a:pt x="2160" y="1347"/>
                    <a:pt x="1850" y="745"/>
                  </a:cubicBezTo>
                  <a:cubicBezTo>
                    <a:pt x="1610" y="264"/>
                    <a:pt x="1390" y="11"/>
                    <a:pt x="1264" y="11"/>
                  </a:cubicBezTo>
                  <a:cubicBezTo>
                    <a:pt x="1227" y="11"/>
                    <a:pt x="1199" y="32"/>
                    <a:pt x="1180" y="74"/>
                  </a:cubicBezTo>
                  <a:cubicBezTo>
                    <a:pt x="1180" y="74"/>
                    <a:pt x="1130" y="0"/>
                    <a:pt x="1060" y="0"/>
                  </a:cubicBezTo>
                  <a:close/>
                </a:path>
              </a:pathLst>
            </a:custGeom>
            <a:solidFill>
              <a:srgbClr val="36A3D2">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39"/>
            <p:cNvSpPr/>
            <p:nvPr/>
          </p:nvSpPr>
          <p:spPr>
            <a:xfrm>
              <a:off x="5775125" y="1896025"/>
              <a:ext cx="79850" cy="206775"/>
            </a:xfrm>
            <a:custGeom>
              <a:avLst/>
              <a:gdLst/>
              <a:ahLst/>
              <a:cxnLst/>
              <a:rect l="l" t="t" r="r" b="b"/>
              <a:pathLst>
                <a:path w="3194" h="8271" extrusionOk="0">
                  <a:moveTo>
                    <a:pt x="1058" y="0"/>
                  </a:moveTo>
                  <a:cubicBezTo>
                    <a:pt x="1027" y="0"/>
                    <a:pt x="992" y="13"/>
                    <a:pt x="956" y="50"/>
                  </a:cubicBezTo>
                  <a:cubicBezTo>
                    <a:pt x="852" y="187"/>
                    <a:pt x="371" y="1494"/>
                    <a:pt x="268" y="1975"/>
                  </a:cubicBezTo>
                  <a:cubicBezTo>
                    <a:pt x="165" y="2439"/>
                    <a:pt x="10" y="3196"/>
                    <a:pt x="10" y="3196"/>
                  </a:cubicBezTo>
                  <a:cubicBezTo>
                    <a:pt x="10" y="3196"/>
                    <a:pt x="182" y="3196"/>
                    <a:pt x="234" y="3076"/>
                  </a:cubicBezTo>
                  <a:lnTo>
                    <a:pt x="234" y="3076"/>
                  </a:lnTo>
                  <a:cubicBezTo>
                    <a:pt x="234" y="3076"/>
                    <a:pt x="234" y="3884"/>
                    <a:pt x="216" y="4176"/>
                  </a:cubicBezTo>
                  <a:cubicBezTo>
                    <a:pt x="216" y="4468"/>
                    <a:pt x="27" y="4864"/>
                    <a:pt x="10" y="5036"/>
                  </a:cubicBezTo>
                  <a:cubicBezTo>
                    <a:pt x="1" y="5082"/>
                    <a:pt x="19" y="5098"/>
                    <a:pt x="52" y="5098"/>
                  </a:cubicBezTo>
                  <a:cubicBezTo>
                    <a:pt x="133" y="5098"/>
                    <a:pt x="306" y="4998"/>
                    <a:pt x="384" y="4998"/>
                  </a:cubicBezTo>
                  <a:cubicBezTo>
                    <a:pt x="392" y="4998"/>
                    <a:pt x="400" y="4999"/>
                    <a:pt x="405" y="5001"/>
                  </a:cubicBezTo>
                  <a:cubicBezTo>
                    <a:pt x="491" y="5036"/>
                    <a:pt x="1076" y="6652"/>
                    <a:pt x="1076" y="6875"/>
                  </a:cubicBezTo>
                  <a:cubicBezTo>
                    <a:pt x="1093" y="7116"/>
                    <a:pt x="509" y="8044"/>
                    <a:pt x="474" y="8216"/>
                  </a:cubicBezTo>
                  <a:cubicBezTo>
                    <a:pt x="464" y="8251"/>
                    <a:pt x="476" y="8264"/>
                    <a:pt x="505" y="8264"/>
                  </a:cubicBezTo>
                  <a:cubicBezTo>
                    <a:pt x="621" y="8264"/>
                    <a:pt x="1004" y="8044"/>
                    <a:pt x="1265" y="8044"/>
                  </a:cubicBezTo>
                  <a:cubicBezTo>
                    <a:pt x="1275" y="8044"/>
                    <a:pt x="1285" y="8044"/>
                    <a:pt x="1295" y="8044"/>
                  </a:cubicBezTo>
                  <a:cubicBezTo>
                    <a:pt x="1605" y="8044"/>
                    <a:pt x="2083" y="8271"/>
                    <a:pt x="2237" y="8271"/>
                  </a:cubicBezTo>
                  <a:cubicBezTo>
                    <a:pt x="2247" y="8271"/>
                    <a:pt x="2255" y="8270"/>
                    <a:pt x="2262" y="8268"/>
                  </a:cubicBezTo>
                  <a:cubicBezTo>
                    <a:pt x="2400" y="8216"/>
                    <a:pt x="1368" y="7150"/>
                    <a:pt x="1368" y="7150"/>
                  </a:cubicBezTo>
                  <a:lnTo>
                    <a:pt x="1385" y="7150"/>
                  </a:lnTo>
                  <a:cubicBezTo>
                    <a:pt x="1385" y="7150"/>
                    <a:pt x="1214" y="6961"/>
                    <a:pt x="1695" y="6033"/>
                  </a:cubicBezTo>
                  <a:cubicBezTo>
                    <a:pt x="2159" y="5087"/>
                    <a:pt x="2314" y="4365"/>
                    <a:pt x="2314" y="4365"/>
                  </a:cubicBezTo>
                  <a:cubicBezTo>
                    <a:pt x="2314" y="4365"/>
                    <a:pt x="2761" y="4348"/>
                    <a:pt x="2830" y="4279"/>
                  </a:cubicBezTo>
                  <a:cubicBezTo>
                    <a:pt x="2881" y="4227"/>
                    <a:pt x="2451" y="3729"/>
                    <a:pt x="2434" y="3626"/>
                  </a:cubicBezTo>
                  <a:cubicBezTo>
                    <a:pt x="2417" y="3540"/>
                    <a:pt x="2434" y="3282"/>
                    <a:pt x="2434" y="3196"/>
                  </a:cubicBezTo>
                  <a:cubicBezTo>
                    <a:pt x="2434" y="3174"/>
                    <a:pt x="2468" y="3166"/>
                    <a:pt x="2522" y="3166"/>
                  </a:cubicBezTo>
                  <a:cubicBezTo>
                    <a:pt x="2677" y="3166"/>
                    <a:pt x="2999" y="3235"/>
                    <a:pt x="3132" y="3235"/>
                  </a:cubicBezTo>
                  <a:cubicBezTo>
                    <a:pt x="3171" y="3235"/>
                    <a:pt x="3194" y="3229"/>
                    <a:pt x="3191" y="3213"/>
                  </a:cubicBezTo>
                  <a:cubicBezTo>
                    <a:pt x="3105" y="2886"/>
                    <a:pt x="2400" y="2388"/>
                    <a:pt x="2365" y="2164"/>
                  </a:cubicBezTo>
                  <a:cubicBezTo>
                    <a:pt x="2331" y="1941"/>
                    <a:pt x="2159" y="1356"/>
                    <a:pt x="1850" y="737"/>
                  </a:cubicBezTo>
                  <a:cubicBezTo>
                    <a:pt x="1607" y="253"/>
                    <a:pt x="1386" y="11"/>
                    <a:pt x="1260" y="11"/>
                  </a:cubicBezTo>
                  <a:cubicBezTo>
                    <a:pt x="1225" y="11"/>
                    <a:pt x="1198" y="29"/>
                    <a:pt x="1179" y="67"/>
                  </a:cubicBezTo>
                  <a:cubicBezTo>
                    <a:pt x="1179" y="67"/>
                    <a:pt x="1129" y="0"/>
                    <a:pt x="1058" y="0"/>
                  </a:cubicBezTo>
                  <a:close/>
                </a:path>
              </a:pathLst>
            </a:custGeom>
            <a:solidFill>
              <a:srgbClr val="36A3D2">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39"/>
            <p:cNvSpPr/>
            <p:nvPr/>
          </p:nvSpPr>
          <p:spPr>
            <a:xfrm>
              <a:off x="5540575" y="1134685"/>
              <a:ext cx="80175" cy="206650"/>
            </a:xfrm>
            <a:custGeom>
              <a:avLst/>
              <a:gdLst/>
              <a:ahLst/>
              <a:cxnLst/>
              <a:rect l="l" t="t" r="r" b="b"/>
              <a:pathLst>
                <a:path w="3207" h="8266" extrusionOk="0">
                  <a:moveTo>
                    <a:pt x="1063" y="1"/>
                  </a:moveTo>
                  <a:cubicBezTo>
                    <a:pt x="1032" y="1"/>
                    <a:pt x="999" y="15"/>
                    <a:pt x="967" y="57"/>
                  </a:cubicBezTo>
                  <a:cubicBezTo>
                    <a:pt x="847" y="178"/>
                    <a:pt x="383" y="1502"/>
                    <a:pt x="280" y="1966"/>
                  </a:cubicBezTo>
                  <a:cubicBezTo>
                    <a:pt x="159" y="2447"/>
                    <a:pt x="22" y="3187"/>
                    <a:pt x="22" y="3187"/>
                  </a:cubicBezTo>
                  <a:cubicBezTo>
                    <a:pt x="22" y="3187"/>
                    <a:pt x="194" y="3187"/>
                    <a:pt x="245" y="3083"/>
                  </a:cubicBezTo>
                  <a:lnTo>
                    <a:pt x="245" y="3083"/>
                  </a:lnTo>
                  <a:cubicBezTo>
                    <a:pt x="245" y="3084"/>
                    <a:pt x="245" y="3892"/>
                    <a:pt x="228" y="4184"/>
                  </a:cubicBezTo>
                  <a:cubicBezTo>
                    <a:pt x="228" y="4459"/>
                    <a:pt x="39" y="4854"/>
                    <a:pt x="5" y="5043"/>
                  </a:cubicBezTo>
                  <a:cubicBezTo>
                    <a:pt x="0" y="5089"/>
                    <a:pt x="20" y="5106"/>
                    <a:pt x="53" y="5106"/>
                  </a:cubicBezTo>
                  <a:cubicBezTo>
                    <a:pt x="141" y="5106"/>
                    <a:pt x="323" y="4991"/>
                    <a:pt x="406" y="4991"/>
                  </a:cubicBezTo>
                  <a:cubicBezTo>
                    <a:pt x="410" y="4991"/>
                    <a:pt x="414" y="4991"/>
                    <a:pt x="417" y="4992"/>
                  </a:cubicBezTo>
                  <a:cubicBezTo>
                    <a:pt x="503" y="5026"/>
                    <a:pt x="1088" y="6642"/>
                    <a:pt x="1088" y="6883"/>
                  </a:cubicBezTo>
                  <a:cubicBezTo>
                    <a:pt x="1105" y="7107"/>
                    <a:pt x="520" y="8052"/>
                    <a:pt x="469" y="8207"/>
                  </a:cubicBezTo>
                  <a:cubicBezTo>
                    <a:pt x="462" y="8243"/>
                    <a:pt x="478" y="8257"/>
                    <a:pt x="512" y="8257"/>
                  </a:cubicBezTo>
                  <a:cubicBezTo>
                    <a:pt x="639" y="8257"/>
                    <a:pt x="1014" y="8049"/>
                    <a:pt x="1260" y="8035"/>
                  </a:cubicBezTo>
                  <a:cubicBezTo>
                    <a:pt x="1558" y="8035"/>
                    <a:pt x="2044" y="8265"/>
                    <a:pt x="2230" y="8265"/>
                  </a:cubicBezTo>
                  <a:cubicBezTo>
                    <a:pt x="2247" y="8265"/>
                    <a:pt x="2262" y="8263"/>
                    <a:pt x="2274" y="8259"/>
                  </a:cubicBezTo>
                  <a:cubicBezTo>
                    <a:pt x="2412" y="8207"/>
                    <a:pt x="1380" y="7141"/>
                    <a:pt x="1380" y="7141"/>
                  </a:cubicBezTo>
                  <a:cubicBezTo>
                    <a:pt x="1380" y="7141"/>
                    <a:pt x="1225" y="6969"/>
                    <a:pt x="1689" y="6023"/>
                  </a:cubicBezTo>
                  <a:cubicBezTo>
                    <a:pt x="2154" y="5078"/>
                    <a:pt x="2326" y="4356"/>
                    <a:pt x="2326" y="4356"/>
                  </a:cubicBezTo>
                  <a:cubicBezTo>
                    <a:pt x="2326" y="4356"/>
                    <a:pt x="2773" y="4356"/>
                    <a:pt x="2841" y="4287"/>
                  </a:cubicBezTo>
                  <a:cubicBezTo>
                    <a:pt x="2893" y="4235"/>
                    <a:pt x="2463" y="3720"/>
                    <a:pt x="2446" y="3634"/>
                  </a:cubicBezTo>
                  <a:cubicBezTo>
                    <a:pt x="2429" y="3548"/>
                    <a:pt x="2446" y="3290"/>
                    <a:pt x="2446" y="3187"/>
                  </a:cubicBezTo>
                  <a:cubicBezTo>
                    <a:pt x="2446" y="3171"/>
                    <a:pt x="2471" y="3165"/>
                    <a:pt x="2513" y="3165"/>
                  </a:cubicBezTo>
                  <a:cubicBezTo>
                    <a:pt x="2652" y="3165"/>
                    <a:pt x="2974" y="3233"/>
                    <a:pt x="3124" y="3233"/>
                  </a:cubicBezTo>
                  <a:cubicBezTo>
                    <a:pt x="3175" y="3233"/>
                    <a:pt x="3206" y="3225"/>
                    <a:pt x="3202" y="3204"/>
                  </a:cubicBezTo>
                  <a:cubicBezTo>
                    <a:pt x="3117" y="2877"/>
                    <a:pt x="2394" y="2396"/>
                    <a:pt x="2377" y="2172"/>
                  </a:cubicBezTo>
                  <a:cubicBezTo>
                    <a:pt x="2343" y="1949"/>
                    <a:pt x="2171" y="1364"/>
                    <a:pt x="1861" y="745"/>
                  </a:cubicBezTo>
                  <a:cubicBezTo>
                    <a:pt x="1619" y="261"/>
                    <a:pt x="1398" y="19"/>
                    <a:pt x="1272" y="19"/>
                  </a:cubicBezTo>
                  <a:cubicBezTo>
                    <a:pt x="1237" y="19"/>
                    <a:pt x="1210" y="37"/>
                    <a:pt x="1191" y="75"/>
                  </a:cubicBezTo>
                  <a:cubicBezTo>
                    <a:pt x="1191" y="75"/>
                    <a:pt x="1133" y="1"/>
                    <a:pt x="1063" y="1"/>
                  </a:cubicBezTo>
                  <a:close/>
                </a:path>
              </a:pathLst>
            </a:custGeom>
            <a:solidFill>
              <a:srgbClr val="36A3D2">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39"/>
            <p:cNvSpPr/>
            <p:nvPr/>
          </p:nvSpPr>
          <p:spPr>
            <a:xfrm>
              <a:off x="5568375" y="2766425"/>
              <a:ext cx="79950" cy="206775"/>
            </a:xfrm>
            <a:custGeom>
              <a:avLst/>
              <a:gdLst/>
              <a:ahLst/>
              <a:cxnLst/>
              <a:rect l="l" t="t" r="r" b="b"/>
              <a:pathLst>
                <a:path w="3198" h="8271" extrusionOk="0">
                  <a:moveTo>
                    <a:pt x="1058" y="0"/>
                  </a:moveTo>
                  <a:cubicBezTo>
                    <a:pt x="1027" y="0"/>
                    <a:pt x="992" y="13"/>
                    <a:pt x="956" y="50"/>
                  </a:cubicBezTo>
                  <a:cubicBezTo>
                    <a:pt x="853" y="187"/>
                    <a:pt x="388" y="1494"/>
                    <a:pt x="268" y="1975"/>
                  </a:cubicBezTo>
                  <a:cubicBezTo>
                    <a:pt x="165" y="2457"/>
                    <a:pt x="10" y="3196"/>
                    <a:pt x="10" y="3196"/>
                  </a:cubicBezTo>
                  <a:cubicBezTo>
                    <a:pt x="10" y="3196"/>
                    <a:pt x="182" y="3196"/>
                    <a:pt x="251" y="3076"/>
                  </a:cubicBezTo>
                  <a:lnTo>
                    <a:pt x="251" y="3076"/>
                  </a:lnTo>
                  <a:cubicBezTo>
                    <a:pt x="251" y="3076"/>
                    <a:pt x="234" y="3901"/>
                    <a:pt x="216" y="4176"/>
                  </a:cubicBezTo>
                  <a:cubicBezTo>
                    <a:pt x="216" y="4468"/>
                    <a:pt x="45" y="4864"/>
                    <a:pt x="10" y="5036"/>
                  </a:cubicBezTo>
                  <a:cubicBezTo>
                    <a:pt x="1" y="5082"/>
                    <a:pt x="19" y="5098"/>
                    <a:pt x="52" y="5098"/>
                  </a:cubicBezTo>
                  <a:cubicBezTo>
                    <a:pt x="133" y="5098"/>
                    <a:pt x="306" y="4998"/>
                    <a:pt x="385" y="4998"/>
                  </a:cubicBezTo>
                  <a:cubicBezTo>
                    <a:pt x="393" y="4998"/>
                    <a:pt x="400" y="4999"/>
                    <a:pt x="406" y="5001"/>
                  </a:cubicBezTo>
                  <a:cubicBezTo>
                    <a:pt x="509" y="5036"/>
                    <a:pt x="1076" y="6652"/>
                    <a:pt x="1093" y="6875"/>
                  </a:cubicBezTo>
                  <a:cubicBezTo>
                    <a:pt x="1093" y="7116"/>
                    <a:pt x="526" y="8044"/>
                    <a:pt x="474" y="8216"/>
                  </a:cubicBezTo>
                  <a:cubicBezTo>
                    <a:pt x="464" y="8251"/>
                    <a:pt x="476" y="8265"/>
                    <a:pt x="505" y="8265"/>
                  </a:cubicBezTo>
                  <a:cubicBezTo>
                    <a:pt x="622" y="8265"/>
                    <a:pt x="1004" y="8044"/>
                    <a:pt x="1265" y="8044"/>
                  </a:cubicBezTo>
                  <a:cubicBezTo>
                    <a:pt x="1275" y="8044"/>
                    <a:pt x="1285" y="8044"/>
                    <a:pt x="1296" y="8044"/>
                  </a:cubicBezTo>
                  <a:cubicBezTo>
                    <a:pt x="1605" y="8044"/>
                    <a:pt x="2083" y="8271"/>
                    <a:pt x="2237" y="8271"/>
                  </a:cubicBezTo>
                  <a:cubicBezTo>
                    <a:pt x="2247" y="8271"/>
                    <a:pt x="2255" y="8270"/>
                    <a:pt x="2262" y="8268"/>
                  </a:cubicBezTo>
                  <a:cubicBezTo>
                    <a:pt x="2400" y="8216"/>
                    <a:pt x="1368" y="7150"/>
                    <a:pt x="1368" y="7150"/>
                  </a:cubicBezTo>
                  <a:lnTo>
                    <a:pt x="1386" y="7150"/>
                  </a:lnTo>
                  <a:cubicBezTo>
                    <a:pt x="1386" y="7150"/>
                    <a:pt x="1231" y="6961"/>
                    <a:pt x="1695" y="6033"/>
                  </a:cubicBezTo>
                  <a:cubicBezTo>
                    <a:pt x="2159" y="5087"/>
                    <a:pt x="2331" y="4365"/>
                    <a:pt x="2331" y="4365"/>
                  </a:cubicBezTo>
                  <a:cubicBezTo>
                    <a:pt x="2331" y="4365"/>
                    <a:pt x="2778" y="4365"/>
                    <a:pt x="2847" y="4279"/>
                  </a:cubicBezTo>
                  <a:cubicBezTo>
                    <a:pt x="2881" y="4228"/>
                    <a:pt x="2452" y="3729"/>
                    <a:pt x="2434" y="3626"/>
                  </a:cubicBezTo>
                  <a:cubicBezTo>
                    <a:pt x="2417" y="3540"/>
                    <a:pt x="2434" y="3282"/>
                    <a:pt x="2434" y="3196"/>
                  </a:cubicBezTo>
                  <a:cubicBezTo>
                    <a:pt x="2434" y="3174"/>
                    <a:pt x="2469" y="3166"/>
                    <a:pt x="2523" y="3166"/>
                  </a:cubicBezTo>
                  <a:cubicBezTo>
                    <a:pt x="2682" y="3166"/>
                    <a:pt x="3009" y="3235"/>
                    <a:pt x="3138" y="3235"/>
                  </a:cubicBezTo>
                  <a:cubicBezTo>
                    <a:pt x="3176" y="3235"/>
                    <a:pt x="3197" y="3229"/>
                    <a:pt x="3191" y="3213"/>
                  </a:cubicBezTo>
                  <a:cubicBezTo>
                    <a:pt x="3105" y="2887"/>
                    <a:pt x="2400" y="2388"/>
                    <a:pt x="2366" y="2164"/>
                  </a:cubicBezTo>
                  <a:cubicBezTo>
                    <a:pt x="2348" y="1941"/>
                    <a:pt x="2159" y="1356"/>
                    <a:pt x="1850" y="737"/>
                  </a:cubicBezTo>
                  <a:cubicBezTo>
                    <a:pt x="1619" y="263"/>
                    <a:pt x="1399" y="13"/>
                    <a:pt x="1266" y="13"/>
                  </a:cubicBezTo>
                  <a:cubicBezTo>
                    <a:pt x="1230" y="13"/>
                    <a:pt x="1201" y="31"/>
                    <a:pt x="1179" y="67"/>
                  </a:cubicBezTo>
                  <a:cubicBezTo>
                    <a:pt x="1179" y="67"/>
                    <a:pt x="1129" y="0"/>
                    <a:pt x="1058" y="0"/>
                  </a:cubicBezTo>
                  <a:close/>
                </a:path>
              </a:pathLst>
            </a:custGeom>
            <a:solidFill>
              <a:srgbClr val="36A3D2">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39"/>
            <p:cNvSpPr/>
            <p:nvPr/>
          </p:nvSpPr>
          <p:spPr>
            <a:xfrm>
              <a:off x="5302750" y="3765706"/>
              <a:ext cx="79850" cy="206650"/>
            </a:xfrm>
            <a:custGeom>
              <a:avLst/>
              <a:gdLst/>
              <a:ahLst/>
              <a:cxnLst/>
              <a:rect l="l" t="t" r="r" b="b"/>
              <a:pathLst>
                <a:path w="3194" h="8266" extrusionOk="0">
                  <a:moveTo>
                    <a:pt x="1059" y="0"/>
                  </a:moveTo>
                  <a:cubicBezTo>
                    <a:pt x="1028" y="0"/>
                    <a:pt x="992" y="15"/>
                    <a:pt x="955" y="57"/>
                  </a:cubicBezTo>
                  <a:cubicBezTo>
                    <a:pt x="852" y="178"/>
                    <a:pt x="388" y="1502"/>
                    <a:pt x="268" y="1966"/>
                  </a:cubicBezTo>
                  <a:cubicBezTo>
                    <a:pt x="165" y="2447"/>
                    <a:pt x="10" y="3187"/>
                    <a:pt x="10" y="3187"/>
                  </a:cubicBezTo>
                  <a:cubicBezTo>
                    <a:pt x="10" y="3187"/>
                    <a:pt x="182" y="3187"/>
                    <a:pt x="233" y="3083"/>
                  </a:cubicBezTo>
                  <a:lnTo>
                    <a:pt x="233" y="3083"/>
                  </a:lnTo>
                  <a:cubicBezTo>
                    <a:pt x="233" y="3084"/>
                    <a:pt x="233" y="3891"/>
                    <a:pt x="216" y="4184"/>
                  </a:cubicBezTo>
                  <a:cubicBezTo>
                    <a:pt x="216" y="4476"/>
                    <a:pt x="27" y="4854"/>
                    <a:pt x="10" y="5043"/>
                  </a:cubicBezTo>
                  <a:cubicBezTo>
                    <a:pt x="1" y="5090"/>
                    <a:pt x="19" y="5106"/>
                    <a:pt x="52" y="5106"/>
                  </a:cubicBezTo>
                  <a:cubicBezTo>
                    <a:pt x="133" y="5106"/>
                    <a:pt x="306" y="5006"/>
                    <a:pt x="384" y="5006"/>
                  </a:cubicBezTo>
                  <a:cubicBezTo>
                    <a:pt x="392" y="5006"/>
                    <a:pt x="399" y="5007"/>
                    <a:pt x="405" y="5009"/>
                  </a:cubicBezTo>
                  <a:cubicBezTo>
                    <a:pt x="491" y="5026"/>
                    <a:pt x="1076" y="6642"/>
                    <a:pt x="1076" y="6883"/>
                  </a:cubicBezTo>
                  <a:cubicBezTo>
                    <a:pt x="1093" y="7107"/>
                    <a:pt x="526" y="8052"/>
                    <a:pt x="474" y="8224"/>
                  </a:cubicBezTo>
                  <a:cubicBezTo>
                    <a:pt x="464" y="8254"/>
                    <a:pt x="475" y="8266"/>
                    <a:pt x="501" y="8266"/>
                  </a:cubicBezTo>
                  <a:cubicBezTo>
                    <a:pt x="612" y="8266"/>
                    <a:pt x="1000" y="8049"/>
                    <a:pt x="1265" y="8035"/>
                  </a:cubicBezTo>
                  <a:cubicBezTo>
                    <a:pt x="1564" y="8035"/>
                    <a:pt x="2049" y="8265"/>
                    <a:pt x="2222" y="8265"/>
                  </a:cubicBezTo>
                  <a:cubicBezTo>
                    <a:pt x="2238" y="8265"/>
                    <a:pt x="2252" y="8263"/>
                    <a:pt x="2262" y="8258"/>
                  </a:cubicBezTo>
                  <a:cubicBezTo>
                    <a:pt x="2400" y="8207"/>
                    <a:pt x="1368" y="7141"/>
                    <a:pt x="1368" y="7141"/>
                  </a:cubicBezTo>
                  <a:lnTo>
                    <a:pt x="1385" y="7141"/>
                  </a:lnTo>
                  <a:cubicBezTo>
                    <a:pt x="1385" y="7141"/>
                    <a:pt x="1213" y="6969"/>
                    <a:pt x="1678" y="6023"/>
                  </a:cubicBezTo>
                  <a:cubicBezTo>
                    <a:pt x="2159" y="5078"/>
                    <a:pt x="2314" y="4356"/>
                    <a:pt x="2314" y="4356"/>
                  </a:cubicBezTo>
                  <a:cubicBezTo>
                    <a:pt x="2314" y="4356"/>
                    <a:pt x="2761" y="4356"/>
                    <a:pt x="2829" y="4287"/>
                  </a:cubicBezTo>
                  <a:cubicBezTo>
                    <a:pt x="2881" y="4235"/>
                    <a:pt x="2451" y="3719"/>
                    <a:pt x="2434" y="3634"/>
                  </a:cubicBezTo>
                  <a:cubicBezTo>
                    <a:pt x="2417" y="3548"/>
                    <a:pt x="2434" y="3290"/>
                    <a:pt x="2434" y="3187"/>
                  </a:cubicBezTo>
                  <a:cubicBezTo>
                    <a:pt x="2434" y="3171"/>
                    <a:pt x="2459" y="3165"/>
                    <a:pt x="2500" y="3165"/>
                  </a:cubicBezTo>
                  <a:cubicBezTo>
                    <a:pt x="2645" y="3165"/>
                    <a:pt x="2994" y="3242"/>
                    <a:pt x="3133" y="3242"/>
                  </a:cubicBezTo>
                  <a:cubicBezTo>
                    <a:pt x="3171" y="3242"/>
                    <a:pt x="3194" y="3236"/>
                    <a:pt x="3191" y="3221"/>
                  </a:cubicBezTo>
                  <a:cubicBezTo>
                    <a:pt x="3105" y="2894"/>
                    <a:pt x="2400" y="2396"/>
                    <a:pt x="2365" y="2172"/>
                  </a:cubicBezTo>
                  <a:cubicBezTo>
                    <a:pt x="2331" y="1949"/>
                    <a:pt x="2159" y="1364"/>
                    <a:pt x="1849" y="745"/>
                  </a:cubicBezTo>
                  <a:cubicBezTo>
                    <a:pt x="1607" y="261"/>
                    <a:pt x="1386" y="18"/>
                    <a:pt x="1260" y="18"/>
                  </a:cubicBezTo>
                  <a:cubicBezTo>
                    <a:pt x="1225" y="18"/>
                    <a:pt x="1198" y="37"/>
                    <a:pt x="1179" y="75"/>
                  </a:cubicBezTo>
                  <a:cubicBezTo>
                    <a:pt x="1179" y="75"/>
                    <a:pt x="1129" y="0"/>
                    <a:pt x="1059" y="0"/>
                  </a:cubicBezTo>
                  <a:close/>
                </a:path>
              </a:pathLst>
            </a:custGeom>
            <a:solidFill>
              <a:srgbClr val="36A3D2">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39"/>
            <p:cNvSpPr/>
            <p:nvPr/>
          </p:nvSpPr>
          <p:spPr>
            <a:xfrm>
              <a:off x="6112550" y="3525281"/>
              <a:ext cx="79850" cy="206700"/>
            </a:xfrm>
            <a:custGeom>
              <a:avLst/>
              <a:gdLst/>
              <a:ahLst/>
              <a:cxnLst/>
              <a:rect l="l" t="t" r="r" b="b"/>
              <a:pathLst>
                <a:path w="3194" h="8268" extrusionOk="0">
                  <a:moveTo>
                    <a:pt x="1043" y="0"/>
                  </a:moveTo>
                  <a:cubicBezTo>
                    <a:pt x="1014" y="0"/>
                    <a:pt x="984" y="12"/>
                    <a:pt x="955" y="46"/>
                  </a:cubicBezTo>
                  <a:cubicBezTo>
                    <a:pt x="852" y="184"/>
                    <a:pt x="371" y="1490"/>
                    <a:pt x="268" y="1972"/>
                  </a:cubicBezTo>
                  <a:cubicBezTo>
                    <a:pt x="147" y="2453"/>
                    <a:pt x="10" y="3193"/>
                    <a:pt x="10" y="3193"/>
                  </a:cubicBezTo>
                  <a:cubicBezTo>
                    <a:pt x="10" y="3193"/>
                    <a:pt x="182" y="3193"/>
                    <a:pt x="233" y="3072"/>
                  </a:cubicBezTo>
                  <a:lnTo>
                    <a:pt x="233" y="3072"/>
                  </a:lnTo>
                  <a:cubicBezTo>
                    <a:pt x="233" y="3072"/>
                    <a:pt x="233" y="3898"/>
                    <a:pt x="216" y="4173"/>
                  </a:cubicBezTo>
                  <a:cubicBezTo>
                    <a:pt x="216" y="4465"/>
                    <a:pt x="27" y="4860"/>
                    <a:pt x="10" y="5032"/>
                  </a:cubicBezTo>
                  <a:cubicBezTo>
                    <a:pt x="0" y="5078"/>
                    <a:pt x="17" y="5095"/>
                    <a:pt x="49" y="5095"/>
                  </a:cubicBezTo>
                  <a:cubicBezTo>
                    <a:pt x="126" y="5095"/>
                    <a:pt x="294" y="4994"/>
                    <a:pt x="381" y="4994"/>
                  </a:cubicBezTo>
                  <a:cubicBezTo>
                    <a:pt x="390" y="4994"/>
                    <a:pt x="398" y="4995"/>
                    <a:pt x="405" y="4998"/>
                  </a:cubicBezTo>
                  <a:cubicBezTo>
                    <a:pt x="491" y="5032"/>
                    <a:pt x="1076" y="6648"/>
                    <a:pt x="1076" y="6872"/>
                  </a:cubicBezTo>
                  <a:cubicBezTo>
                    <a:pt x="1093" y="7113"/>
                    <a:pt x="508" y="8041"/>
                    <a:pt x="474" y="8213"/>
                  </a:cubicBezTo>
                  <a:cubicBezTo>
                    <a:pt x="464" y="8247"/>
                    <a:pt x="476" y="8261"/>
                    <a:pt x="505" y="8261"/>
                  </a:cubicBezTo>
                  <a:cubicBezTo>
                    <a:pt x="621" y="8261"/>
                    <a:pt x="1003" y="8041"/>
                    <a:pt x="1265" y="8041"/>
                  </a:cubicBezTo>
                  <a:cubicBezTo>
                    <a:pt x="1274" y="8040"/>
                    <a:pt x="1284" y="8040"/>
                    <a:pt x="1294" y="8040"/>
                  </a:cubicBezTo>
                  <a:cubicBezTo>
                    <a:pt x="1588" y="8040"/>
                    <a:pt x="2066" y="8267"/>
                    <a:pt x="2233" y="8267"/>
                  </a:cubicBezTo>
                  <a:cubicBezTo>
                    <a:pt x="2244" y="8267"/>
                    <a:pt x="2254" y="8267"/>
                    <a:pt x="2262" y="8265"/>
                  </a:cubicBezTo>
                  <a:cubicBezTo>
                    <a:pt x="2399" y="8213"/>
                    <a:pt x="1368" y="7147"/>
                    <a:pt x="1368" y="7147"/>
                  </a:cubicBezTo>
                  <a:cubicBezTo>
                    <a:pt x="1368" y="7147"/>
                    <a:pt x="1213" y="6958"/>
                    <a:pt x="1677" y="6029"/>
                  </a:cubicBezTo>
                  <a:cubicBezTo>
                    <a:pt x="2142" y="5084"/>
                    <a:pt x="2313" y="4362"/>
                    <a:pt x="2313" y="4362"/>
                  </a:cubicBezTo>
                  <a:cubicBezTo>
                    <a:pt x="2313" y="4362"/>
                    <a:pt x="2761" y="4362"/>
                    <a:pt x="2829" y="4276"/>
                  </a:cubicBezTo>
                  <a:cubicBezTo>
                    <a:pt x="2881" y="4224"/>
                    <a:pt x="2451" y="3726"/>
                    <a:pt x="2434" y="3622"/>
                  </a:cubicBezTo>
                  <a:cubicBezTo>
                    <a:pt x="2399" y="3536"/>
                    <a:pt x="2434" y="3279"/>
                    <a:pt x="2434" y="3193"/>
                  </a:cubicBezTo>
                  <a:cubicBezTo>
                    <a:pt x="2434" y="3176"/>
                    <a:pt x="2463" y="3170"/>
                    <a:pt x="2510" y="3170"/>
                  </a:cubicBezTo>
                  <a:cubicBezTo>
                    <a:pt x="2657" y="3170"/>
                    <a:pt x="2981" y="3233"/>
                    <a:pt x="3123" y="3233"/>
                  </a:cubicBezTo>
                  <a:cubicBezTo>
                    <a:pt x="3167" y="3233"/>
                    <a:pt x="3194" y="3226"/>
                    <a:pt x="3190" y="3210"/>
                  </a:cubicBezTo>
                  <a:cubicBezTo>
                    <a:pt x="3104" y="2883"/>
                    <a:pt x="2382" y="2384"/>
                    <a:pt x="2365" y="2161"/>
                  </a:cubicBezTo>
                  <a:cubicBezTo>
                    <a:pt x="2331" y="1937"/>
                    <a:pt x="2159" y="1353"/>
                    <a:pt x="1849" y="751"/>
                  </a:cubicBezTo>
                  <a:cubicBezTo>
                    <a:pt x="1609" y="270"/>
                    <a:pt x="1389" y="18"/>
                    <a:pt x="1263" y="18"/>
                  </a:cubicBezTo>
                  <a:cubicBezTo>
                    <a:pt x="1226" y="18"/>
                    <a:pt x="1198" y="38"/>
                    <a:pt x="1179" y="81"/>
                  </a:cubicBezTo>
                  <a:cubicBezTo>
                    <a:pt x="1179" y="81"/>
                    <a:pt x="1116" y="0"/>
                    <a:pt x="1043" y="0"/>
                  </a:cubicBezTo>
                  <a:close/>
                </a:path>
              </a:pathLst>
            </a:custGeom>
            <a:solidFill>
              <a:srgbClr val="36A3D2">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39"/>
            <p:cNvSpPr/>
            <p:nvPr/>
          </p:nvSpPr>
          <p:spPr>
            <a:xfrm>
              <a:off x="5591600" y="1342910"/>
              <a:ext cx="79850" cy="206800"/>
            </a:xfrm>
            <a:custGeom>
              <a:avLst/>
              <a:gdLst/>
              <a:ahLst/>
              <a:cxnLst/>
              <a:rect l="l" t="t" r="r" b="b"/>
              <a:pathLst>
                <a:path w="3194" h="8272" extrusionOk="0">
                  <a:moveTo>
                    <a:pt x="1058" y="1"/>
                  </a:moveTo>
                  <a:cubicBezTo>
                    <a:pt x="1027" y="1"/>
                    <a:pt x="992" y="13"/>
                    <a:pt x="955" y="50"/>
                  </a:cubicBezTo>
                  <a:cubicBezTo>
                    <a:pt x="852" y="188"/>
                    <a:pt x="371" y="1494"/>
                    <a:pt x="267" y="1976"/>
                  </a:cubicBezTo>
                  <a:cubicBezTo>
                    <a:pt x="147" y="2440"/>
                    <a:pt x="10" y="3196"/>
                    <a:pt x="10" y="3196"/>
                  </a:cubicBezTo>
                  <a:cubicBezTo>
                    <a:pt x="10" y="3196"/>
                    <a:pt x="181" y="3196"/>
                    <a:pt x="233" y="3076"/>
                  </a:cubicBezTo>
                  <a:lnTo>
                    <a:pt x="233" y="3076"/>
                  </a:lnTo>
                  <a:cubicBezTo>
                    <a:pt x="233" y="3076"/>
                    <a:pt x="233" y="3884"/>
                    <a:pt x="216" y="4176"/>
                  </a:cubicBezTo>
                  <a:cubicBezTo>
                    <a:pt x="216" y="4469"/>
                    <a:pt x="27" y="4864"/>
                    <a:pt x="10" y="5036"/>
                  </a:cubicBezTo>
                  <a:cubicBezTo>
                    <a:pt x="0" y="5082"/>
                    <a:pt x="17" y="5099"/>
                    <a:pt x="49" y="5099"/>
                  </a:cubicBezTo>
                  <a:cubicBezTo>
                    <a:pt x="126" y="5099"/>
                    <a:pt x="294" y="4998"/>
                    <a:pt x="381" y="4998"/>
                  </a:cubicBezTo>
                  <a:cubicBezTo>
                    <a:pt x="390" y="4998"/>
                    <a:pt x="398" y="4999"/>
                    <a:pt x="405" y="5002"/>
                  </a:cubicBezTo>
                  <a:cubicBezTo>
                    <a:pt x="491" y="5036"/>
                    <a:pt x="1076" y="6652"/>
                    <a:pt x="1076" y="6876"/>
                  </a:cubicBezTo>
                  <a:cubicBezTo>
                    <a:pt x="1093" y="7116"/>
                    <a:pt x="508" y="8045"/>
                    <a:pt x="474" y="8217"/>
                  </a:cubicBezTo>
                  <a:cubicBezTo>
                    <a:pt x="463" y="8251"/>
                    <a:pt x="476" y="8265"/>
                    <a:pt x="505" y="8265"/>
                  </a:cubicBezTo>
                  <a:cubicBezTo>
                    <a:pt x="621" y="8265"/>
                    <a:pt x="1003" y="8045"/>
                    <a:pt x="1265" y="8045"/>
                  </a:cubicBezTo>
                  <a:cubicBezTo>
                    <a:pt x="1274" y="8044"/>
                    <a:pt x="1284" y="8044"/>
                    <a:pt x="1293" y="8044"/>
                  </a:cubicBezTo>
                  <a:cubicBezTo>
                    <a:pt x="1588" y="8044"/>
                    <a:pt x="2066" y="8271"/>
                    <a:pt x="2233" y="8271"/>
                  </a:cubicBezTo>
                  <a:cubicBezTo>
                    <a:pt x="2244" y="8271"/>
                    <a:pt x="2254" y="8270"/>
                    <a:pt x="2262" y="8268"/>
                  </a:cubicBezTo>
                  <a:cubicBezTo>
                    <a:pt x="2399" y="8217"/>
                    <a:pt x="1368" y="7151"/>
                    <a:pt x="1368" y="7151"/>
                  </a:cubicBezTo>
                  <a:cubicBezTo>
                    <a:pt x="1368" y="7151"/>
                    <a:pt x="1213" y="6962"/>
                    <a:pt x="1677" y="6033"/>
                  </a:cubicBezTo>
                  <a:cubicBezTo>
                    <a:pt x="2141" y="5088"/>
                    <a:pt x="2313" y="4365"/>
                    <a:pt x="2313" y="4365"/>
                  </a:cubicBezTo>
                  <a:cubicBezTo>
                    <a:pt x="2313" y="4365"/>
                    <a:pt x="2760" y="4348"/>
                    <a:pt x="2829" y="4279"/>
                  </a:cubicBezTo>
                  <a:cubicBezTo>
                    <a:pt x="2881" y="4228"/>
                    <a:pt x="2451" y="3729"/>
                    <a:pt x="2434" y="3626"/>
                  </a:cubicBezTo>
                  <a:cubicBezTo>
                    <a:pt x="2417" y="3540"/>
                    <a:pt x="2434" y="3282"/>
                    <a:pt x="2434" y="3196"/>
                  </a:cubicBezTo>
                  <a:cubicBezTo>
                    <a:pt x="2434" y="3175"/>
                    <a:pt x="2468" y="3167"/>
                    <a:pt x="2521" y="3167"/>
                  </a:cubicBezTo>
                  <a:cubicBezTo>
                    <a:pt x="2677" y="3167"/>
                    <a:pt x="2999" y="3235"/>
                    <a:pt x="3131" y="3235"/>
                  </a:cubicBezTo>
                  <a:cubicBezTo>
                    <a:pt x="3171" y="3235"/>
                    <a:pt x="3193" y="3229"/>
                    <a:pt x="3190" y="3213"/>
                  </a:cubicBezTo>
                  <a:cubicBezTo>
                    <a:pt x="3104" y="2887"/>
                    <a:pt x="2399" y="2388"/>
                    <a:pt x="2365" y="2165"/>
                  </a:cubicBezTo>
                  <a:cubicBezTo>
                    <a:pt x="2331" y="1941"/>
                    <a:pt x="2159" y="1357"/>
                    <a:pt x="1849" y="738"/>
                  </a:cubicBezTo>
                  <a:cubicBezTo>
                    <a:pt x="1607" y="253"/>
                    <a:pt x="1386" y="11"/>
                    <a:pt x="1260" y="11"/>
                  </a:cubicBezTo>
                  <a:cubicBezTo>
                    <a:pt x="1225" y="11"/>
                    <a:pt x="1197" y="30"/>
                    <a:pt x="1179" y="67"/>
                  </a:cubicBezTo>
                  <a:cubicBezTo>
                    <a:pt x="1179" y="67"/>
                    <a:pt x="1129" y="1"/>
                    <a:pt x="1058" y="1"/>
                  </a:cubicBezTo>
                  <a:close/>
                </a:path>
              </a:pathLst>
            </a:custGeom>
            <a:solidFill>
              <a:srgbClr val="36A3D2">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39"/>
            <p:cNvSpPr/>
            <p:nvPr/>
          </p:nvSpPr>
          <p:spPr>
            <a:xfrm>
              <a:off x="5731825" y="1261685"/>
              <a:ext cx="79825" cy="206775"/>
            </a:xfrm>
            <a:custGeom>
              <a:avLst/>
              <a:gdLst/>
              <a:ahLst/>
              <a:cxnLst/>
              <a:rect l="l" t="t" r="r" b="b"/>
              <a:pathLst>
                <a:path w="3193" h="8271" extrusionOk="0">
                  <a:moveTo>
                    <a:pt x="1063" y="0"/>
                  </a:moveTo>
                  <a:cubicBezTo>
                    <a:pt x="1033" y="0"/>
                    <a:pt x="1000" y="13"/>
                    <a:pt x="968" y="49"/>
                  </a:cubicBezTo>
                  <a:cubicBezTo>
                    <a:pt x="848" y="187"/>
                    <a:pt x="384" y="1494"/>
                    <a:pt x="281" y="1975"/>
                  </a:cubicBezTo>
                  <a:cubicBezTo>
                    <a:pt x="160" y="2439"/>
                    <a:pt x="6" y="3196"/>
                    <a:pt x="6" y="3196"/>
                  </a:cubicBezTo>
                  <a:cubicBezTo>
                    <a:pt x="6" y="3196"/>
                    <a:pt x="195" y="3196"/>
                    <a:pt x="246" y="3075"/>
                  </a:cubicBezTo>
                  <a:lnTo>
                    <a:pt x="246" y="3075"/>
                  </a:lnTo>
                  <a:cubicBezTo>
                    <a:pt x="246" y="3076"/>
                    <a:pt x="229" y="3884"/>
                    <a:pt x="229" y="4176"/>
                  </a:cubicBezTo>
                  <a:cubicBezTo>
                    <a:pt x="212" y="4468"/>
                    <a:pt x="40" y="4864"/>
                    <a:pt x="6" y="5035"/>
                  </a:cubicBezTo>
                  <a:cubicBezTo>
                    <a:pt x="1" y="5082"/>
                    <a:pt x="21" y="5098"/>
                    <a:pt x="55" y="5098"/>
                  </a:cubicBezTo>
                  <a:cubicBezTo>
                    <a:pt x="139" y="5098"/>
                    <a:pt x="307" y="4998"/>
                    <a:pt x="394" y="4998"/>
                  </a:cubicBezTo>
                  <a:cubicBezTo>
                    <a:pt x="403" y="4998"/>
                    <a:pt x="411" y="4999"/>
                    <a:pt x="418" y="5001"/>
                  </a:cubicBezTo>
                  <a:cubicBezTo>
                    <a:pt x="504" y="5035"/>
                    <a:pt x="1089" y="6652"/>
                    <a:pt x="1089" y="6875"/>
                  </a:cubicBezTo>
                  <a:cubicBezTo>
                    <a:pt x="1089" y="7116"/>
                    <a:pt x="521" y="8044"/>
                    <a:pt x="470" y="8216"/>
                  </a:cubicBezTo>
                  <a:cubicBezTo>
                    <a:pt x="459" y="8251"/>
                    <a:pt x="472" y="8264"/>
                    <a:pt x="501" y="8264"/>
                  </a:cubicBezTo>
                  <a:cubicBezTo>
                    <a:pt x="617" y="8264"/>
                    <a:pt x="999" y="8044"/>
                    <a:pt x="1261" y="8044"/>
                  </a:cubicBezTo>
                  <a:cubicBezTo>
                    <a:pt x="1271" y="8044"/>
                    <a:pt x="1281" y="8043"/>
                    <a:pt x="1291" y="8043"/>
                  </a:cubicBezTo>
                  <a:cubicBezTo>
                    <a:pt x="1600" y="8043"/>
                    <a:pt x="2079" y="8271"/>
                    <a:pt x="2247" y="8271"/>
                  </a:cubicBezTo>
                  <a:cubicBezTo>
                    <a:pt x="2257" y="8271"/>
                    <a:pt x="2267" y="8270"/>
                    <a:pt x="2275" y="8268"/>
                  </a:cubicBezTo>
                  <a:cubicBezTo>
                    <a:pt x="2395" y="8216"/>
                    <a:pt x="1381" y="7150"/>
                    <a:pt x="1381" y="7150"/>
                  </a:cubicBezTo>
                  <a:cubicBezTo>
                    <a:pt x="1381" y="7150"/>
                    <a:pt x="1226" y="6961"/>
                    <a:pt x="1690" y="6033"/>
                  </a:cubicBezTo>
                  <a:cubicBezTo>
                    <a:pt x="2155" y="5087"/>
                    <a:pt x="2327" y="4365"/>
                    <a:pt x="2327" y="4365"/>
                  </a:cubicBezTo>
                  <a:cubicBezTo>
                    <a:pt x="2327" y="4365"/>
                    <a:pt x="2774" y="4348"/>
                    <a:pt x="2842" y="4279"/>
                  </a:cubicBezTo>
                  <a:cubicBezTo>
                    <a:pt x="2894" y="4227"/>
                    <a:pt x="2464" y="3729"/>
                    <a:pt x="2430" y="3626"/>
                  </a:cubicBezTo>
                  <a:cubicBezTo>
                    <a:pt x="2413" y="3540"/>
                    <a:pt x="2430" y="3282"/>
                    <a:pt x="2430" y="3196"/>
                  </a:cubicBezTo>
                  <a:cubicBezTo>
                    <a:pt x="2430" y="3174"/>
                    <a:pt x="2464" y="3166"/>
                    <a:pt x="2519" y="3166"/>
                  </a:cubicBezTo>
                  <a:cubicBezTo>
                    <a:pt x="2678" y="3166"/>
                    <a:pt x="3005" y="3235"/>
                    <a:pt x="3134" y="3235"/>
                  </a:cubicBezTo>
                  <a:cubicBezTo>
                    <a:pt x="3172" y="3235"/>
                    <a:pt x="3192" y="3229"/>
                    <a:pt x="3186" y="3213"/>
                  </a:cubicBezTo>
                  <a:cubicBezTo>
                    <a:pt x="3100" y="2886"/>
                    <a:pt x="2395" y="2388"/>
                    <a:pt x="2378" y="2164"/>
                  </a:cubicBezTo>
                  <a:cubicBezTo>
                    <a:pt x="2344" y="1941"/>
                    <a:pt x="2155" y="1356"/>
                    <a:pt x="1862" y="737"/>
                  </a:cubicBezTo>
                  <a:cubicBezTo>
                    <a:pt x="1620" y="253"/>
                    <a:pt x="1399" y="11"/>
                    <a:pt x="1273" y="11"/>
                  </a:cubicBezTo>
                  <a:cubicBezTo>
                    <a:pt x="1238" y="11"/>
                    <a:pt x="1211" y="29"/>
                    <a:pt x="1192" y="67"/>
                  </a:cubicBezTo>
                  <a:cubicBezTo>
                    <a:pt x="1192" y="67"/>
                    <a:pt x="1134" y="0"/>
                    <a:pt x="1063" y="0"/>
                  </a:cubicBezTo>
                  <a:close/>
                </a:path>
              </a:pathLst>
            </a:custGeom>
            <a:solidFill>
              <a:srgbClr val="36A3D2">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39"/>
            <p:cNvSpPr/>
            <p:nvPr/>
          </p:nvSpPr>
          <p:spPr>
            <a:xfrm>
              <a:off x="5733425" y="2199725"/>
              <a:ext cx="79875" cy="206625"/>
            </a:xfrm>
            <a:custGeom>
              <a:avLst/>
              <a:gdLst/>
              <a:ahLst/>
              <a:cxnLst/>
              <a:rect l="l" t="t" r="r" b="b"/>
              <a:pathLst>
                <a:path w="3195" h="8265" extrusionOk="0">
                  <a:moveTo>
                    <a:pt x="1060" y="0"/>
                  </a:moveTo>
                  <a:cubicBezTo>
                    <a:pt x="1028" y="0"/>
                    <a:pt x="993" y="15"/>
                    <a:pt x="956" y="57"/>
                  </a:cubicBezTo>
                  <a:cubicBezTo>
                    <a:pt x="853" y="177"/>
                    <a:pt x="389" y="1501"/>
                    <a:pt x="268" y="1966"/>
                  </a:cubicBezTo>
                  <a:cubicBezTo>
                    <a:pt x="165" y="2447"/>
                    <a:pt x="10" y="3186"/>
                    <a:pt x="10" y="3186"/>
                  </a:cubicBezTo>
                  <a:cubicBezTo>
                    <a:pt x="10" y="3186"/>
                    <a:pt x="182" y="3186"/>
                    <a:pt x="251" y="3083"/>
                  </a:cubicBezTo>
                  <a:lnTo>
                    <a:pt x="251" y="3083"/>
                  </a:lnTo>
                  <a:cubicBezTo>
                    <a:pt x="251" y="3083"/>
                    <a:pt x="234" y="3891"/>
                    <a:pt x="217" y="4183"/>
                  </a:cubicBezTo>
                  <a:cubicBezTo>
                    <a:pt x="217" y="4459"/>
                    <a:pt x="45" y="4854"/>
                    <a:pt x="10" y="5026"/>
                  </a:cubicBezTo>
                  <a:cubicBezTo>
                    <a:pt x="0" y="5080"/>
                    <a:pt x="21" y="5099"/>
                    <a:pt x="58" y="5099"/>
                  </a:cubicBezTo>
                  <a:cubicBezTo>
                    <a:pt x="146" y="5099"/>
                    <a:pt x="326" y="4991"/>
                    <a:pt x="396" y="4991"/>
                  </a:cubicBezTo>
                  <a:cubicBezTo>
                    <a:pt x="399" y="4991"/>
                    <a:pt x="403" y="4991"/>
                    <a:pt x="406" y="4992"/>
                  </a:cubicBezTo>
                  <a:cubicBezTo>
                    <a:pt x="509" y="5026"/>
                    <a:pt x="1076" y="6642"/>
                    <a:pt x="1093" y="6883"/>
                  </a:cubicBezTo>
                  <a:cubicBezTo>
                    <a:pt x="1093" y="7106"/>
                    <a:pt x="526" y="8035"/>
                    <a:pt x="474" y="8207"/>
                  </a:cubicBezTo>
                  <a:cubicBezTo>
                    <a:pt x="464" y="8241"/>
                    <a:pt x="477" y="8255"/>
                    <a:pt x="506" y="8255"/>
                  </a:cubicBezTo>
                  <a:cubicBezTo>
                    <a:pt x="622" y="8255"/>
                    <a:pt x="1004" y="8035"/>
                    <a:pt x="1265" y="8035"/>
                  </a:cubicBezTo>
                  <a:cubicBezTo>
                    <a:pt x="1275" y="8034"/>
                    <a:pt x="1284" y="8034"/>
                    <a:pt x="1294" y="8034"/>
                  </a:cubicBezTo>
                  <a:cubicBezTo>
                    <a:pt x="1596" y="8034"/>
                    <a:pt x="2060" y="8264"/>
                    <a:pt x="2225" y="8264"/>
                  </a:cubicBezTo>
                  <a:cubicBezTo>
                    <a:pt x="2240" y="8264"/>
                    <a:pt x="2253" y="8262"/>
                    <a:pt x="2263" y="8258"/>
                  </a:cubicBezTo>
                  <a:cubicBezTo>
                    <a:pt x="2400" y="8207"/>
                    <a:pt x="1369" y="7141"/>
                    <a:pt x="1369" y="7141"/>
                  </a:cubicBezTo>
                  <a:lnTo>
                    <a:pt x="1386" y="7141"/>
                  </a:lnTo>
                  <a:cubicBezTo>
                    <a:pt x="1386" y="7141"/>
                    <a:pt x="1231" y="6969"/>
                    <a:pt x="1695" y="6023"/>
                  </a:cubicBezTo>
                  <a:cubicBezTo>
                    <a:pt x="2159" y="5077"/>
                    <a:pt x="2331" y="4355"/>
                    <a:pt x="2331" y="4355"/>
                  </a:cubicBezTo>
                  <a:cubicBezTo>
                    <a:pt x="2331" y="4355"/>
                    <a:pt x="2778" y="4355"/>
                    <a:pt x="2847" y="4269"/>
                  </a:cubicBezTo>
                  <a:cubicBezTo>
                    <a:pt x="2882" y="4235"/>
                    <a:pt x="2452" y="3719"/>
                    <a:pt x="2435" y="3633"/>
                  </a:cubicBezTo>
                  <a:cubicBezTo>
                    <a:pt x="2417" y="3530"/>
                    <a:pt x="2435" y="3289"/>
                    <a:pt x="2435" y="3186"/>
                  </a:cubicBezTo>
                  <a:cubicBezTo>
                    <a:pt x="2435" y="3170"/>
                    <a:pt x="2464" y="3163"/>
                    <a:pt x="2510" y="3163"/>
                  </a:cubicBezTo>
                  <a:cubicBezTo>
                    <a:pt x="2658" y="3163"/>
                    <a:pt x="2982" y="3226"/>
                    <a:pt x="3123" y="3226"/>
                  </a:cubicBezTo>
                  <a:cubicBezTo>
                    <a:pt x="3168" y="3226"/>
                    <a:pt x="3194" y="3220"/>
                    <a:pt x="3191" y="3203"/>
                  </a:cubicBezTo>
                  <a:cubicBezTo>
                    <a:pt x="3105" y="2877"/>
                    <a:pt x="2400" y="2395"/>
                    <a:pt x="2366" y="2172"/>
                  </a:cubicBezTo>
                  <a:cubicBezTo>
                    <a:pt x="2349" y="1931"/>
                    <a:pt x="2159" y="1347"/>
                    <a:pt x="1850" y="745"/>
                  </a:cubicBezTo>
                  <a:cubicBezTo>
                    <a:pt x="1623" y="264"/>
                    <a:pt x="1406" y="11"/>
                    <a:pt x="1272" y="11"/>
                  </a:cubicBezTo>
                  <a:cubicBezTo>
                    <a:pt x="1234" y="11"/>
                    <a:pt x="1202" y="32"/>
                    <a:pt x="1179" y="74"/>
                  </a:cubicBezTo>
                  <a:cubicBezTo>
                    <a:pt x="1179" y="74"/>
                    <a:pt x="1130" y="0"/>
                    <a:pt x="1060" y="0"/>
                  </a:cubicBezTo>
                  <a:close/>
                </a:path>
              </a:pathLst>
            </a:custGeom>
            <a:solidFill>
              <a:srgbClr val="36A3D2">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39"/>
            <p:cNvSpPr/>
            <p:nvPr/>
          </p:nvSpPr>
          <p:spPr>
            <a:xfrm>
              <a:off x="5355300" y="2414625"/>
              <a:ext cx="80175" cy="206650"/>
            </a:xfrm>
            <a:custGeom>
              <a:avLst/>
              <a:gdLst/>
              <a:ahLst/>
              <a:cxnLst/>
              <a:rect l="l" t="t" r="r" b="b"/>
              <a:pathLst>
                <a:path w="3207" h="8266" extrusionOk="0">
                  <a:moveTo>
                    <a:pt x="1064" y="1"/>
                  </a:moveTo>
                  <a:cubicBezTo>
                    <a:pt x="1033" y="1"/>
                    <a:pt x="1000" y="15"/>
                    <a:pt x="968" y="58"/>
                  </a:cubicBezTo>
                  <a:cubicBezTo>
                    <a:pt x="848" y="178"/>
                    <a:pt x="384" y="1502"/>
                    <a:pt x="280" y="1966"/>
                  </a:cubicBezTo>
                  <a:cubicBezTo>
                    <a:pt x="160" y="2447"/>
                    <a:pt x="5" y="3187"/>
                    <a:pt x="5" y="3187"/>
                  </a:cubicBezTo>
                  <a:cubicBezTo>
                    <a:pt x="5" y="3187"/>
                    <a:pt x="194" y="3187"/>
                    <a:pt x="246" y="3084"/>
                  </a:cubicBezTo>
                  <a:lnTo>
                    <a:pt x="246" y="3084"/>
                  </a:lnTo>
                  <a:cubicBezTo>
                    <a:pt x="246" y="3084"/>
                    <a:pt x="246" y="3892"/>
                    <a:pt x="229" y="4184"/>
                  </a:cubicBezTo>
                  <a:cubicBezTo>
                    <a:pt x="212" y="4476"/>
                    <a:pt x="40" y="4855"/>
                    <a:pt x="5" y="5044"/>
                  </a:cubicBezTo>
                  <a:cubicBezTo>
                    <a:pt x="1" y="5090"/>
                    <a:pt x="21" y="5106"/>
                    <a:pt x="55" y="5106"/>
                  </a:cubicBezTo>
                  <a:cubicBezTo>
                    <a:pt x="139" y="5106"/>
                    <a:pt x="307" y="5006"/>
                    <a:pt x="394" y="5006"/>
                  </a:cubicBezTo>
                  <a:cubicBezTo>
                    <a:pt x="403" y="5006"/>
                    <a:pt x="411" y="5007"/>
                    <a:pt x="418" y="5009"/>
                  </a:cubicBezTo>
                  <a:cubicBezTo>
                    <a:pt x="504" y="5026"/>
                    <a:pt x="1089" y="6643"/>
                    <a:pt x="1089" y="6883"/>
                  </a:cubicBezTo>
                  <a:cubicBezTo>
                    <a:pt x="1106" y="7107"/>
                    <a:pt x="521" y="8052"/>
                    <a:pt x="470" y="8207"/>
                  </a:cubicBezTo>
                  <a:cubicBezTo>
                    <a:pt x="462" y="8243"/>
                    <a:pt x="478" y="8257"/>
                    <a:pt x="511" y="8257"/>
                  </a:cubicBezTo>
                  <a:cubicBezTo>
                    <a:pt x="634" y="8257"/>
                    <a:pt x="1001" y="8049"/>
                    <a:pt x="1260" y="8035"/>
                  </a:cubicBezTo>
                  <a:cubicBezTo>
                    <a:pt x="1559" y="8035"/>
                    <a:pt x="2045" y="8265"/>
                    <a:pt x="2231" y="8265"/>
                  </a:cubicBezTo>
                  <a:cubicBezTo>
                    <a:pt x="2248" y="8265"/>
                    <a:pt x="2263" y="8263"/>
                    <a:pt x="2275" y="8259"/>
                  </a:cubicBezTo>
                  <a:cubicBezTo>
                    <a:pt x="2395" y="8207"/>
                    <a:pt x="1381" y="7141"/>
                    <a:pt x="1381" y="7141"/>
                  </a:cubicBezTo>
                  <a:cubicBezTo>
                    <a:pt x="1381" y="7141"/>
                    <a:pt x="1226" y="6969"/>
                    <a:pt x="1690" y="6024"/>
                  </a:cubicBezTo>
                  <a:cubicBezTo>
                    <a:pt x="2154" y="5078"/>
                    <a:pt x="2326" y="4356"/>
                    <a:pt x="2326" y="4356"/>
                  </a:cubicBezTo>
                  <a:cubicBezTo>
                    <a:pt x="2326" y="4356"/>
                    <a:pt x="2773" y="4356"/>
                    <a:pt x="2842" y="4287"/>
                  </a:cubicBezTo>
                  <a:cubicBezTo>
                    <a:pt x="2894" y="4236"/>
                    <a:pt x="2464" y="3720"/>
                    <a:pt x="2447" y="3634"/>
                  </a:cubicBezTo>
                  <a:cubicBezTo>
                    <a:pt x="2412" y="3548"/>
                    <a:pt x="2447" y="3290"/>
                    <a:pt x="2447" y="3187"/>
                  </a:cubicBezTo>
                  <a:cubicBezTo>
                    <a:pt x="2447" y="3171"/>
                    <a:pt x="2472" y="3165"/>
                    <a:pt x="2512" y="3165"/>
                  </a:cubicBezTo>
                  <a:cubicBezTo>
                    <a:pt x="2658" y="3165"/>
                    <a:pt x="3007" y="3243"/>
                    <a:pt x="3145" y="3243"/>
                  </a:cubicBezTo>
                  <a:cubicBezTo>
                    <a:pt x="3184" y="3243"/>
                    <a:pt x="3206" y="3237"/>
                    <a:pt x="3203" y="3221"/>
                  </a:cubicBezTo>
                  <a:cubicBezTo>
                    <a:pt x="3117" y="2877"/>
                    <a:pt x="2395" y="2396"/>
                    <a:pt x="2378" y="2172"/>
                  </a:cubicBezTo>
                  <a:cubicBezTo>
                    <a:pt x="2344" y="1949"/>
                    <a:pt x="2172" y="1364"/>
                    <a:pt x="1862" y="745"/>
                  </a:cubicBezTo>
                  <a:cubicBezTo>
                    <a:pt x="1620" y="261"/>
                    <a:pt x="1399" y="19"/>
                    <a:pt x="1273" y="19"/>
                  </a:cubicBezTo>
                  <a:cubicBezTo>
                    <a:pt x="1238" y="19"/>
                    <a:pt x="1210" y="37"/>
                    <a:pt x="1192" y="75"/>
                  </a:cubicBezTo>
                  <a:cubicBezTo>
                    <a:pt x="1192" y="75"/>
                    <a:pt x="1134" y="1"/>
                    <a:pt x="1064" y="1"/>
                  </a:cubicBezTo>
                  <a:close/>
                </a:path>
              </a:pathLst>
            </a:custGeom>
            <a:solidFill>
              <a:srgbClr val="36A3D2">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 name="Google Shape;7108;p88">
            <a:extLst>
              <a:ext uri="{FF2B5EF4-FFF2-40B4-BE49-F238E27FC236}">
                <a16:creationId xmlns:a16="http://schemas.microsoft.com/office/drawing/2014/main" id="{B16CA0EB-400A-5612-FEB1-DC39F76526AC}"/>
              </a:ext>
            </a:extLst>
          </p:cNvPr>
          <p:cNvGrpSpPr/>
          <p:nvPr/>
        </p:nvGrpSpPr>
        <p:grpSpPr>
          <a:xfrm>
            <a:off x="4104104" y="3965908"/>
            <a:ext cx="352886" cy="349133"/>
            <a:chOff x="4263650" y="3963700"/>
            <a:chExt cx="298550" cy="295375"/>
          </a:xfrm>
        </p:grpSpPr>
        <p:sp>
          <p:nvSpPr>
            <p:cNvPr id="3" name="Google Shape;7109;p88">
              <a:extLst>
                <a:ext uri="{FF2B5EF4-FFF2-40B4-BE49-F238E27FC236}">
                  <a16:creationId xmlns:a16="http://schemas.microsoft.com/office/drawing/2014/main" id="{6D2DC2F0-2E40-21F4-89F2-D6205AF1E6EF}"/>
                </a:ext>
              </a:extLst>
            </p:cNvPr>
            <p:cNvSpPr/>
            <p:nvPr/>
          </p:nvSpPr>
          <p:spPr>
            <a:xfrm>
              <a:off x="4384950" y="3963700"/>
              <a:ext cx="53575" cy="51225"/>
            </a:xfrm>
            <a:custGeom>
              <a:avLst/>
              <a:gdLst/>
              <a:ahLst/>
              <a:cxnLst/>
              <a:rect l="l" t="t" r="r" b="b"/>
              <a:pathLst>
                <a:path w="2143" h="2049" extrusionOk="0">
                  <a:moveTo>
                    <a:pt x="1072" y="1"/>
                  </a:moveTo>
                  <a:cubicBezTo>
                    <a:pt x="473" y="1"/>
                    <a:pt x="1" y="473"/>
                    <a:pt x="1" y="1040"/>
                  </a:cubicBezTo>
                  <a:cubicBezTo>
                    <a:pt x="1" y="1607"/>
                    <a:pt x="473" y="2048"/>
                    <a:pt x="1072" y="2048"/>
                  </a:cubicBezTo>
                  <a:cubicBezTo>
                    <a:pt x="1670" y="2048"/>
                    <a:pt x="2143" y="1576"/>
                    <a:pt x="2143" y="1040"/>
                  </a:cubicBezTo>
                  <a:cubicBezTo>
                    <a:pt x="2143" y="442"/>
                    <a:pt x="1670" y="1"/>
                    <a:pt x="10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7110;p88">
              <a:extLst>
                <a:ext uri="{FF2B5EF4-FFF2-40B4-BE49-F238E27FC236}">
                  <a16:creationId xmlns:a16="http://schemas.microsoft.com/office/drawing/2014/main" id="{E6F2D9D4-2511-84E6-62EB-E5B517B68904}"/>
                </a:ext>
              </a:extLst>
            </p:cNvPr>
            <p:cNvSpPr/>
            <p:nvPr/>
          </p:nvSpPr>
          <p:spPr>
            <a:xfrm>
              <a:off x="4315650" y="4136975"/>
              <a:ext cx="51200" cy="51225"/>
            </a:xfrm>
            <a:custGeom>
              <a:avLst/>
              <a:gdLst/>
              <a:ahLst/>
              <a:cxnLst/>
              <a:rect l="l" t="t" r="r" b="b"/>
              <a:pathLst>
                <a:path w="2048" h="2049" extrusionOk="0">
                  <a:moveTo>
                    <a:pt x="1040" y="1"/>
                  </a:moveTo>
                  <a:cubicBezTo>
                    <a:pt x="473" y="1"/>
                    <a:pt x="0" y="473"/>
                    <a:pt x="0" y="1040"/>
                  </a:cubicBezTo>
                  <a:cubicBezTo>
                    <a:pt x="0" y="1576"/>
                    <a:pt x="473" y="2048"/>
                    <a:pt x="1040" y="2048"/>
                  </a:cubicBezTo>
                  <a:cubicBezTo>
                    <a:pt x="1607" y="2048"/>
                    <a:pt x="2048" y="1576"/>
                    <a:pt x="2048" y="1040"/>
                  </a:cubicBezTo>
                  <a:cubicBezTo>
                    <a:pt x="2048" y="473"/>
                    <a:pt x="1607" y="1"/>
                    <a:pt x="10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7112;p88">
              <a:extLst>
                <a:ext uri="{FF2B5EF4-FFF2-40B4-BE49-F238E27FC236}">
                  <a16:creationId xmlns:a16="http://schemas.microsoft.com/office/drawing/2014/main" id="{9018A06F-38E0-3453-F465-2B65F59F690C}"/>
                </a:ext>
              </a:extLst>
            </p:cNvPr>
            <p:cNvSpPr/>
            <p:nvPr/>
          </p:nvSpPr>
          <p:spPr>
            <a:xfrm>
              <a:off x="4263650" y="4085000"/>
              <a:ext cx="298550" cy="122100"/>
            </a:xfrm>
            <a:custGeom>
              <a:avLst/>
              <a:gdLst/>
              <a:ahLst/>
              <a:cxnLst/>
              <a:rect l="l" t="t" r="r" b="b"/>
              <a:pathLst>
                <a:path w="11942" h="4884" extrusionOk="0">
                  <a:moveTo>
                    <a:pt x="1545" y="0"/>
                  </a:moveTo>
                  <a:cubicBezTo>
                    <a:pt x="1041" y="0"/>
                    <a:pt x="599" y="347"/>
                    <a:pt x="505" y="851"/>
                  </a:cubicBezTo>
                  <a:lnTo>
                    <a:pt x="64" y="3655"/>
                  </a:lnTo>
                  <a:cubicBezTo>
                    <a:pt x="1" y="3970"/>
                    <a:pt x="95" y="4253"/>
                    <a:pt x="284" y="4474"/>
                  </a:cubicBezTo>
                  <a:cubicBezTo>
                    <a:pt x="410" y="4631"/>
                    <a:pt x="599" y="4757"/>
                    <a:pt x="788" y="4789"/>
                  </a:cubicBezTo>
                  <a:cubicBezTo>
                    <a:pt x="1009" y="4442"/>
                    <a:pt x="1324" y="4127"/>
                    <a:pt x="1639" y="3938"/>
                  </a:cubicBezTo>
                  <a:cubicBezTo>
                    <a:pt x="1513" y="3686"/>
                    <a:pt x="1419" y="3434"/>
                    <a:pt x="1419" y="3151"/>
                  </a:cubicBezTo>
                  <a:cubicBezTo>
                    <a:pt x="1419" y="2206"/>
                    <a:pt x="2206" y="1418"/>
                    <a:pt x="3151" y="1418"/>
                  </a:cubicBezTo>
                  <a:cubicBezTo>
                    <a:pt x="4097" y="1418"/>
                    <a:pt x="4884" y="2206"/>
                    <a:pt x="4884" y="3151"/>
                  </a:cubicBezTo>
                  <a:cubicBezTo>
                    <a:pt x="4884" y="3434"/>
                    <a:pt x="4821" y="3686"/>
                    <a:pt x="4695" y="3938"/>
                  </a:cubicBezTo>
                  <a:cubicBezTo>
                    <a:pt x="5042" y="4159"/>
                    <a:pt x="5325" y="4474"/>
                    <a:pt x="5577" y="4883"/>
                  </a:cubicBezTo>
                  <a:lnTo>
                    <a:pt x="6396" y="4883"/>
                  </a:lnTo>
                  <a:cubicBezTo>
                    <a:pt x="6585" y="4537"/>
                    <a:pt x="6900" y="4159"/>
                    <a:pt x="7247" y="3938"/>
                  </a:cubicBezTo>
                  <a:cubicBezTo>
                    <a:pt x="7152" y="3686"/>
                    <a:pt x="7058" y="3434"/>
                    <a:pt x="7058" y="3151"/>
                  </a:cubicBezTo>
                  <a:cubicBezTo>
                    <a:pt x="7058" y="2206"/>
                    <a:pt x="7846" y="1418"/>
                    <a:pt x="8791" y="1418"/>
                  </a:cubicBezTo>
                  <a:cubicBezTo>
                    <a:pt x="9736" y="1418"/>
                    <a:pt x="10524" y="2206"/>
                    <a:pt x="10524" y="3151"/>
                  </a:cubicBezTo>
                  <a:cubicBezTo>
                    <a:pt x="10524" y="3434"/>
                    <a:pt x="10461" y="3686"/>
                    <a:pt x="10334" y="3938"/>
                  </a:cubicBezTo>
                  <a:cubicBezTo>
                    <a:pt x="10681" y="4159"/>
                    <a:pt x="10965" y="4442"/>
                    <a:pt x="11154" y="4789"/>
                  </a:cubicBezTo>
                  <a:cubicBezTo>
                    <a:pt x="11343" y="4757"/>
                    <a:pt x="11563" y="4631"/>
                    <a:pt x="11658" y="4474"/>
                  </a:cubicBezTo>
                  <a:cubicBezTo>
                    <a:pt x="11878" y="4253"/>
                    <a:pt x="11941" y="3938"/>
                    <a:pt x="11910" y="3655"/>
                  </a:cubicBezTo>
                  <a:lnTo>
                    <a:pt x="11343" y="851"/>
                  </a:lnTo>
                  <a:cubicBezTo>
                    <a:pt x="11280" y="347"/>
                    <a:pt x="10839" y="0"/>
                    <a:pt x="103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7113;p88">
              <a:extLst>
                <a:ext uri="{FF2B5EF4-FFF2-40B4-BE49-F238E27FC236}">
                  <a16:creationId xmlns:a16="http://schemas.microsoft.com/office/drawing/2014/main" id="{5310FD28-6322-D82B-8A04-DE155DB8EFE8}"/>
                </a:ext>
              </a:extLst>
            </p:cNvPr>
            <p:cNvSpPr/>
            <p:nvPr/>
          </p:nvSpPr>
          <p:spPr>
            <a:xfrm>
              <a:off x="4431425" y="4196825"/>
              <a:ext cx="104000" cy="62250"/>
            </a:xfrm>
            <a:custGeom>
              <a:avLst/>
              <a:gdLst/>
              <a:ahLst/>
              <a:cxnLst/>
              <a:rect l="l" t="t" r="r" b="b"/>
              <a:pathLst>
                <a:path w="4160" h="2490" extrusionOk="0">
                  <a:moveTo>
                    <a:pt x="977" y="1"/>
                  </a:moveTo>
                  <a:cubicBezTo>
                    <a:pt x="536" y="284"/>
                    <a:pt x="189" y="694"/>
                    <a:pt x="63" y="1198"/>
                  </a:cubicBezTo>
                  <a:cubicBezTo>
                    <a:pt x="32" y="1387"/>
                    <a:pt x="0" y="1576"/>
                    <a:pt x="0" y="1797"/>
                  </a:cubicBezTo>
                  <a:lnTo>
                    <a:pt x="0" y="2143"/>
                  </a:lnTo>
                  <a:cubicBezTo>
                    <a:pt x="0" y="2332"/>
                    <a:pt x="158" y="2490"/>
                    <a:pt x="347" y="2490"/>
                  </a:cubicBezTo>
                  <a:lnTo>
                    <a:pt x="3813" y="2490"/>
                  </a:lnTo>
                  <a:cubicBezTo>
                    <a:pt x="4002" y="2490"/>
                    <a:pt x="4159" y="2332"/>
                    <a:pt x="4159" y="2143"/>
                  </a:cubicBezTo>
                  <a:lnTo>
                    <a:pt x="4159" y="1797"/>
                  </a:lnTo>
                  <a:cubicBezTo>
                    <a:pt x="4096" y="1576"/>
                    <a:pt x="4065" y="1356"/>
                    <a:pt x="4002" y="1198"/>
                  </a:cubicBezTo>
                  <a:cubicBezTo>
                    <a:pt x="3844" y="694"/>
                    <a:pt x="3529" y="284"/>
                    <a:pt x="3119" y="1"/>
                  </a:cubicBezTo>
                  <a:cubicBezTo>
                    <a:pt x="2804" y="253"/>
                    <a:pt x="2426" y="410"/>
                    <a:pt x="2048" y="410"/>
                  </a:cubicBezTo>
                  <a:cubicBezTo>
                    <a:pt x="1639" y="410"/>
                    <a:pt x="1261" y="253"/>
                    <a:pt x="9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7114;p88">
              <a:extLst>
                <a:ext uri="{FF2B5EF4-FFF2-40B4-BE49-F238E27FC236}">
                  <a16:creationId xmlns:a16="http://schemas.microsoft.com/office/drawing/2014/main" id="{FE980C5A-A4F7-5951-A229-F05EDA364158}"/>
                </a:ext>
              </a:extLst>
            </p:cNvPr>
            <p:cNvSpPr/>
            <p:nvPr/>
          </p:nvSpPr>
          <p:spPr>
            <a:xfrm>
              <a:off x="4359750" y="4022775"/>
              <a:ext cx="104775" cy="44125"/>
            </a:xfrm>
            <a:custGeom>
              <a:avLst/>
              <a:gdLst/>
              <a:ahLst/>
              <a:cxnLst/>
              <a:rect l="l" t="t" r="r" b="b"/>
              <a:pathLst>
                <a:path w="4191" h="1765" extrusionOk="0">
                  <a:moveTo>
                    <a:pt x="1009" y="0"/>
                  </a:moveTo>
                  <a:cubicBezTo>
                    <a:pt x="379" y="347"/>
                    <a:pt x="0" y="1040"/>
                    <a:pt x="0" y="1765"/>
                  </a:cubicBezTo>
                  <a:lnTo>
                    <a:pt x="4191" y="1765"/>
                  </a:lnTo>
                  <a:cubicBezTo>
                    <a:pt x="4191" y="1040"/>
                    <a:pt x="3813" y="347"/>
                    <a:pt x="3214" y="0"/>
                  </a:cubicBezTo>
                  <a:cubicBezTo>
                    <a:pt x="2899" y="252"/>
                    <a:pt x="2521" y="378"/>
                    <a:pt x="2111" y="378"/>
                  </a:cubicBezTo>
                  <a:cubicBezTo>
                    <a:pt x="1733" y="378"/>
                    <a:pt x="1324" y="252"/>
                    <a:pt x="100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7115;p88">
              <a:extLst>
                <a:ext uri="{FF2B5EF4-FFF2-40B4-BE49-F238E27FC236}">
                  <a16:creationId xmlns:a16="http://schemas.microsoft.com/office/drawing/2014/main" id="{68679A92-2F57-125B-15A8-FC710AEF08D3}"/>
                </a:ext>
              </a:extLst>
            </p:cNvPr>
            <p:cNvSpPr/>
            <p:nvPr/>
          </p:nvSpPr>
          <p:spPr>
            <a:xfrm>
              <a:off x="4291225" y="4196825"/>
              <a:ext cx="102425" cy="62250"/>
            </a:xfrm>
            <a:custGeom>
              <a:avLst/>
              <a:gdLst/>
              <a:ahLst/>
              <a:cxnLst/>
              <a:rect l="l" t="t" r="r" b="b"/>
              <a:pathLst>
                <a:path w="4097" h="2490" extrusionOk="0">
                  <a:moveTo>
                    <a:pt x="1009" y="1"/>
                  </a:moveTo>
                  <a:cubicBezTo>
                    <a:pt x="568" y="284"/>
                    <a:pt x="221" y="694"/>
                    <a:pt x="95" y="1198"/>
                  </a:cubicBezTo>
                  <a:cubicBezTo>
                    <a:pt x="64" y="1387"/>
                    <a:pt x="1" y="1576"/>
                    <a:pt x="1" y="1797"/>
                  </a:cubicBezTo>
                  <a:lnTo>
                    <a:pt x="1" y="2143"/>
                  </a:lnTo>
                  <a:cubicBezTo>
                    <a:pt x="1" y="2332"/>
                    <a:pt x="158" y="2490"/>
                    <a:pt x="379" y="2490"/>
                  </a:cubicBezTo>
                  <a:lnTo>
                    <a:pt x="3844" y="2490"/>
                  </a:lnTo>
                  <a:cubicBezTo>
                    <a:pt x="3939" y="2490"/>
                    <a:pt x="4096" y="2332"/>
                    <a:pt x="4096" y="2143"/>
                  </a:cubicBezTo>
                  <a:lnTo>
                    <a:pt x="4096" y="1797"/>
                  </a:lnTo>
                  <a:cubicBezTo>
                    <a:pt x="4096" y="1576"/>
                    <a:pt x="4065" y="1356"/>
                    <a:pt x="4033" y="1198"/>
                  </a:cubicBezTo>
                  <a:cubicBezTo>
                    <a:pt x="3876" y="694"/>
                    <a:pt x="3561" y="284"/>
                    <a:pt x="3120" y="1"/>
                  </a:cubicBezTo>
                  <a:cubicBezTo>
                    <a:pt x="2804" y="253"/>
                    <a:pt x="2458" y="410"/>
                    <a:pt x="2048" y="410"/>
                  </a:cubicBezTo>
                  <a:cubicBezTo>
                    <a:pt x="1670" y="410"/>
                    <a:pt x="1261" y="253"/>
                    <a:pt x="100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13"/>
        <p:cNvGrpSpPr/>
        <p:nvPr/>
      </p:nvGrpSpPr>
      <p:grpSpPr>
        <a:xfrm>
          <a:off x="0" y="0"/>
          <a:ext cx="0" cy="0"/>
          <a:chOff x="0" y="0"/>
          <a:chExt cx="0" cy="0"/>
        </a:xfrm>
      </p:grpSpPr>
      <p:sp>
        <p:nvSpPr>
          <p:cNvPr id="1514" name="Google Shape;1514;p46"/>
          <p:cNvSpPr txBox="1">
            <a:spLocks noGrp="1"/>
          </p:cNvSpPr>
          <p:nvPr>
            <p:ph type="title"/>
          </p:nvPr>
        </p:nvSpPr>
        <p:spPr>
          <a:xfrm>
            <a:off x="-65902" y="0"/>
            <a:ext cx="914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2800" dirty="0"/>
              <a:t>Overview</a:t>
            </a:r>
            <a:endParaRPr sz="2800" dirty="0"/>
          </a:p>
        </p:txBody>
      </p:sp>
      <p:sp>
        <p:nvSpPr>
          <p:cNvPr id="1516" name="Google Shape;1516;p46"/>
          <p:cNvSpPr txBox="1">
            <a:spLocks noGrp="1"/>
          </p:cNvSpPr>
          <p:nvPr>
            <p:ph type="subTitle" idx="2"/>
          </p:nvPr>
        </p:nvSpPr>
        <p:spPr>
          <a:xfrm>
            <a:off x="436605" y="1246542"/>
            <a:ext cx="3731742" cy="1010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b="1" dirty="0"/>
              <a:t>Unprecedented Decline:</a:t>
            </a:r>
            <a:r>
              <a:rPr lang="en-US" dirty="0"/>
              <a:t> Arctic sea ice is diminishing at an alarming rate, driven by global warming and increased greenhouse gases (CO2 and methane).</a:t>
            </a:r>
          </a:p>
          <a:p>
            <a:pPr marL="0" lvl="0" indent="0" algn="ctr" rtl="0">
              <a:spcBef>
                <a:spcPts val="0"/>
              </a:spcBef>
              <a:spcAft>
                <a:spcPts val="0"/>
              </a:spcAft>
              <a:buNone/>
            </a:pPr>
            <a:endParaRPr lang="en-US" dirty="0"/>
          </a:p>
          <a:p>
            <a:pPr marL="0" lvl="0" indent="0" algn="ctr" rtl="0">
              <a:spcBef>
                <a:spcPts val="0"/>
              </a:spcBef>
              <a:spcAft>
                <a:spcPts val="0"/>
              </a:spcAft>
              <a:buNone/>
            </a:pPr>
            <a:endParaRPr lang="en-US" dirty="0"/>
          </a:p>
          <a:p>
            <a:pPr marL="0" lvl="0" indent="0" algn="ctr" rtl="0">
              <a:spcBef>
                <a:spcPts val="0"/>
              </a:spcBef>
              <a:spcAft>
                <a:spcPts val="0"/>
              </a:spcAft>
              <a:buNone/>
            </a:pPr>
            <a:r>
              <a:rPr lang="en-US" b="1" dirty="0"/>
              <a:t>Global Impact:</a:t>
            </a:r>
            <a:br>
              <a:rPr lang="en-US" dirty="0"/>
            </a:br>
            <a:r>
              <a:rPr lang="en-US" dirty="0"/>
              <a:t>As ice melts, it exposes darker ocean water that absorbs more heat, accelerating global warming and creating a dangerous feedback loop.</a:t>
            </a:r>
          </a:p>
          <a:p>
            <a:pPr marL="0" lvl="0" indent="0" algn="ctr" rtl="0">
              <a:spcBef>
                <a:spcPts val="0"/>
              </a:spcBef>
              <a:spcAft>
                <a:spcPts val="0"/>
              </a:spcAft>
              <a:buNone/>
            </a:pPr>
            <a:endParaRPr lang="en-US" dirty="0"/>
          </a:p>
          <a:p>
            <a:pPr marL="0" lvl="0" indent="0" algn="ctr" rtl="0">
              <a:spcBef>
                <a:spcPts val="0"/>
              </a:spcBef>
              <a:spcAft>
                <a:spcPts val="0"/>
              </a:spcAft>
              <a:buNone/>
            </a:pPr>
            <a:endParaRPr lang="en-US" dirty="0"/>
          </a:p>
          <a:p>
            <a:pPr marL="0" lvl="0" indent="0" algn="ctr" rtl="0">
              <a:spcBef>
                <a:spcPts val="0"/>
              </a:spcBef>
              <a:spcAft>
                <a:spcPts val="0"/>
              </a:spcAft>
              <a:buNone/>
            </a:pPr>
            <a:endParaRPr dirty="0"/>
          </a:p>
        </p:txBody>
      </p:sp>
      <p:sp>
        <p:nvSpPr>
          <p:cNvPr id="1517" name="Google Shape;1517;p46"/>
          <p:cNvSpPr txBox="1">
            <a:spLocks noGrp="1"/>
          </p:cNvSpPr>
          <p:nvPr>
            <p:ph type="subTitle" idx="3"/>
          </p:nvPr>
        </p:nvSpPr>
        <p:spPr>
          <a:xfrm>
            <a:off x="869325" y="761742"/>
            <a:ext cx="2712900" cy="484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dirty="0"/>
              <a:t>The Problem</a:t>
            </a:r>
            <a:endParaRPr dirty="0"/>
          </a:p>
        </p:txBody>
      </p:sp>
      <p:sp>
        <p:nvSpPr>
          <p:cNvPr id="8" name="Google Shape;1516;p46">
            <a:extLst>
              <a:ext uri="{FF2B5EF4-FFF2-40B4-BE49-F238E27FC236}">
                <a16:creationId xmlns:a16="http://schemas.microsoft.com/office/drawing/2014/main" id="{8B10ADB6-989C-3FC4-81E6-02292D8E5D53}"/>
              </a:ext>
            </a:extLst>
          </p:cNvPr>
          <p:cNvSpPr txBox="1">
            <a:spLocks/>
          </p:cNvSpPr>
          <p:nvPr/>
        </p:nvSpPr>
        <p:spPr>
          <a:xfrm>
            <a:off x="4601067" y="1246542"/>
            <a:ext cx="3731742" cy="1010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Alata"/>
              <a:buNone/>
              <a:defRPr sz="1400" b="0" i="0" u="none" strike="noStrike" cap="none">
                <a:solidFill>
                  <a:schemeClr val="dk1"/>
                </a:solidFill>
                <a:latin typeface="Alata"/>
                <a:ea typeface="Alata"/>
                <a:cs typeface="Alata"/>
                <a:sym typeface="Alata"/>
              </a:defRPr>
            </a:lvl1pPr>
            <a:lvl2pPr marL="914400" marR="0" lvl="1" indent="-317500" algn="ctr" rtl="0">
              <a:lnSpc>
                <a:spcPct val="100000"/>
              </a:lnSpc>
              <a:spcBef>
                <a:spcPts val="0"/>
              </a:spcBef>
              <a:spcAft>
                <a:spcPts val="0"/>
              </a:spcAft>
              <a:buClr>
                <a:schemeClr val="dk1"/>
              </a:buClr>
              <a:buSzPts val="1400"/>
              <a:buFont typeface="Alata"/>
              <a:buNone/>
              <a:defRPr sz="1400" b="0" i="0" u="none" strike="noStrike" cap="none">
                <a:solidFill>
                  <a:schemeClr val="dk1"/>
                </a:solidFill>
                <a:latin typeface="Alata"/>
                <a:ea typeface="Alata"/>
                <a:cs typeface="Alata"/>
                <a:sym typeface="Alata"/>
              </a:defRPr>
            </a:lvl2pPr>
            <a:lvl3pPr marL="1371600" marR="0" lvl="2" indent="-317500" algn="ctr" rtl="0">
              <a:lnSpc>
                <a:spcPct val="100000"/>
              </a:lnSpc>
              <a:spcBef>
                <a:spcPts val="0"/>
              </a:spcBef>
              <a:spcAft>
                <a:spcPts val="0"/>
              </a:spcAft>
              <a:buClr>
                <a:schemeClr val="dk1"/>
              </a:buClr>
              <a:buSzPts val="1400"/>
              <a:buFont typeface="Alata"/>
              <a:buNone/>
              <a:defRPr sz="1400" b="0" i="0" u="none" strike="noStrike" cap="none">
                <a:solidFill>
                  <a:schemeClr val="dk1"/>
                </a:solidFill>
                <a:latin typeface="Alata"/>
                <a:ea typeface="Alata"/>
                <a:cs typeface="Alata"/>
                <a:sym typeface="Alata"/>
              </a:defRPr>
            </a:lvl3pPr>
            <a:lvl4pPr marL="1828800" marR="0" lvl="3" indent="-317500" algn="ctr" rtl="0">
              <a:lnSpc>
                <a:spcPct val="100000"/>
              </a:lnSpc>
              <a:spcBef>
                <a:spcPts val="0"/>
              </a:spcBef>
              <a:spcAft>
                <a:spcPts val="0"/>
              </a:spcAft>
              <a:buClr>
                <a:schemeClr val="dk1"/>
              </a:buClr>
              <a:buSzPts val="1400"/>
              <a:buFont typeface="Alata"/>
              <a:buNone/>
              <a:defRPr sz="1400" b="0" i="0" u="none" strike="noStrike" cap="none">
                <a:solidFill>
                  <a:schemeClr val="dk1"/>
                </a:solidFill>
                <a:latin typeface="Alata"/>
                <a:ea typeface="Alata"/>
                <a:cs typeface="Alata"/>
                <a:sym typeface="Alata"/>
              </a:defRPr>
            </a:lvl4pPr>
            <a:lvl5pPr marL="2286000" marR="0" lvl="4" indent="-317500" algn="ctr" rtl="0">
              <a:lnSpc>
                <a:spcPct val="100000"/>
              </a:lnSpc>
              <a:spcBef>
                <a:spcPts val="0"/>
              </a:spcBef>
              <a:spcAft>
                <a:spcPts val="0"/>
              </a:spcAft>
              <a:buClr>
                <a:schemeClr val="dk1"/>
              </a:buClr>
              <a:buSzPts val="1400"/>
              <a:buFont typeface="Alata"/>
              <a:buNone/>
              <a:defRPr sz="1400" b="0" i="0" u="none" strike="noStrike" cap="none">
                <a:solidFill>
                  <a:schemeClr val="dk1"/>
                </a:solidFill>
                <a:latin typeface="Alata"/>
                <a:ea typeface="Alata"/>
                <a:cs typeface="Alata"/>
                <a:sym typeface="Alata"/>
              </a:defRPr>
            </a:lvl5pPr>
            <a:lvl6pPr marL="2743200" marR="0" lvl="5" indent="-317500" algn="ctr" rtl="0">
              <a:lnSpc>
                <a:spcPct val="100000"/>
              </a:lnSpc>
              <a:spcBef>
                <a:spcPts val="0"/>
              </a:spcBef>
              <a:spcAft>
                <a:spcPts val="0"/>
              </a:spcAft>
              <a:buClr>
                <a:schemeClr val="dk1"/>
              </a:buClr>
              <a:buSzPts val="1400"/>
              <a:buFont typeface="Alata"/>
              <a:buNone/>
              <a:defRPr sz="1400" b="0" i="0" u="none" strike="noStrike" cap="none">
                <a:solidFill>
                  <a:schemeClr val="dk1"/>
                </a:solidFill>
                <a:latin typeface="Alata"/>
                <a:ea typeface="Alata"/>
                <a:cs typeface="Alata"/>
                <a:sym typeface="Alata"/>
              </a:defRPr>
            </a:lvl6pPr>
            <a:lvl7pPr marL="3200400" marR="0" lvl="6" indent="-317500" algn="ctr" rtl="0">
              <a:lnSpc>
                <a:spcPct val="100000"/>
              </a:lnSpc>
              <a:spcBef>
                <a:spcPts val="0"/>
              </a:spcBef>
              <a:spcAft>
                <a:spcPts val="0"/>
              </a:spcAft>
              <a:buClr>
                <a:schemeClr val="dk1"/>
              </a:buClr>
              <a:buSzPts val="1400"/>
              <a:buFont typeface="Alata"/>
              <a:buNone/>
              <a:defRPr sz="1400" b="0" i="0" u="none" strike="noStrike" cap="none">
                <a:solidFill>
                  <a:schemeClr val="dk1"/>
                </a:solidFill>
                <a:latin typeface="Alata"/>
                <a:ea typeface="Alata"/>
                <a:cs typeface="Alata"/>
                <a:sym typeface="Alata"/>
              </a:defRPr>
            </a:lvl7pPr>
            <a:lvl8pPr marL="3657600" marR="0" lvl="7" indent="-317500" algn="ctr" rtl="0">
              <a:lnSpc>
                <a:spcPct val="100000"/>
              </a:lnSpc>
              <a:spcBef>
                <a:spcPts val="0"/>
              </a:spcBef>
              <a:spcAft>
                <a:spcPts val="0"/>
              </a:spcAft>
              <a:buClr>
                <a:schemeClr val="dk1"/>
              </a:buClr>
              <a:buSzPts val="1400"/>
              <a:buFont typeface="Alata"/>
              <a:buNone/>
              <a:defRPr sz="1400" b="0" i="0" u="none" strike="noStrike" cap="none">
                <a:solidFill>
                  <a:schemeClr val="dk1"/>
                </a:solidFill>
                <a:latin typeface="Alata"/>
                <a:ea typeface="Alata"/>
                <a:cs typeface="Alata"/>
                <a:sym typeface="Alata"/>
              </a:defRPr>
            </a:lvl8pPr>
            <a:lvl9pPr marL="4114800" marR="0" lvl="8" indent="-317500" algn="ctr" rtl="0">
              <a:lnSpc>
                <a:spcPct val="100000"/>
              </a:lnSpc>
              <a:spcBef>
                <a:spcPts val="0"/>
              </a:spcBef>
              <a:spcAft>
                <a:spcPts val="0"/>
              </a:spcAft>
              <a:buClr>
                <a:schemeClr val="dk1"/>
              </a:buClr>
              <a:buSzPts val="1400"/>
              <a:buFont typeface="Alata"/>
              <a:buNone/>
              <a:defRPr sz="1400" b="0" i="0" u="none" strike="noStrike" cap="none">
                <a:solidFill>
                  <a:schemeClr val="dk1"/>
                </a:solidFill>
                <a:latin typeface="Alata"/>
                <a:ea typeface="Alata"/>
                <a:cs typeface="Alata"/>
                <a:sym typeface="Alata"/>
              </a:defRPr>
            </a:lvl9pPr>
          </a:lstStyle>
          <a:p>
            <a:pPr marL="0" indent="0"/>
            <a:r>
              <a:rPr lang="en-US" b="1" dirty="0"/>
              <a:t>Build Predictive Models</a:t>
            </a:r>
            <a:r>
              <a:rPr lang="en-US" dirty="0"/>
              <a:t> to forecast future Arctic sea ice extent under different climate scenarios.</a:t>
            </a:r>
          </a:p>
          <a:p>
            <a:pPr marL="0" indent="0"/>
            <a:endParaRPr lang="en-US" dirty="0"/>
          </a:p>
          <a:p>
            <a:pPr marL="0" indent="0"/>
            <a:endParaRPr lang="en-US" dirty="0"/>
          </a:p>
          <a:p>
            <a:pPr marL="0" indent="0"/>
            <a:endParaRPr lang="en-US" dirty="0"/>
          </a:p>
          <a:p>
            <a:pPr marL="0" indent="0"/>
            <a:endParaRPr lang="en-US" dirty="0"/>
          </a:p>
          <a:p>
            <a:pPr marL="0" indent="0"/>
            <a:r>
              <a:rPr lang="en-US" b="1" dirty="0"/>
              <a:t>Assess Links to Climate Variables</a:t>
            </a:r>
            <a:r>
              <a:rPr lang="en-US" dirty="0"/>
              <a:t> like CO2 and methane, understanding their role in ice loss and feedback mechanisms.</a:t>
            </a:r>
          </a:p>
          <a:p>
            <a:pPr marL="0" indent="0"/>
            <a:endParaRPr lang="en-US" dirty="0"/>
          </a:p>
          <a:p>
            <a:pPr marL="0" indent="0"/>
            <a:endParaRPr lang="en-US" dirty="0"/>
          </a:p>
        </p:txBody>
      </p:sp>
      <p:sp>
        <p:nvSpPr>
          <p:cNvPr id="10" name="Google Shape;1517;p46">
            <a:extLst>
              <a:ext uri="{FF2B5EF4-FFF2-40B4-BE49-F238E27FC236}">
                <a16:creationId xmlns:a16="http://schemas.microsoft.com/office/drawing/2014/main" id="{BA172172-71C5-692E-0D8B-3F5191810E86}"/>
              </a:ext>
            </a:extLst>
          </p:cNvPr>
          <p:cNvSpPr txBox="1">
            <a:spLocks/>
          </p:cNvSpPr>
          <p:nvPr/>
        </p:nvSpPr>
        <p:spPr>
          <a:xfrm>
            <a:off x="5222790" y="761742"/>
            <a:ext cx="2712900" cy="4848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2400"/>
              <a:buFont typeface="Bebas Neue"/>
              <a:buNone/>
              <a:defRPr sz="2200" b="1" i="0" u="none" strike="noStrike" cap="none">
                <a:solidFill>
                  <a:schemeClr val="dk1"/>
                </a:solidFill>
                <a:latin typeface="Manrope"/>
                <a:ea typeface="Manrope"/>
                <a:cs typeface="Manrope"/>
                <a:sym typeface="Manrope"/>
              </a:defRPr>
            </a:lvl1pPr>
            <a:lvl2pPr marL="914400" marR="0" lvl="1"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r>
              <a:rPr lang="en-US" dirty="0"/>
              <a:t>Objective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92"/>
        <p:cNvGrpSpPr/>
        <p:nvPr/>
      </p:nvGrpSpPr>
      <p:grpSpPr>
        <a:xfrm>
          <a:off x="0" y="0"/>
          <a:ext cx="0" cy="0"/>
          <a:chOff x="0" y="0"/>
          <a:chExt cx="0" cy="0"/>
        </a:xfrm>
      </p:grpSpPr>
      <p:sp>
        <p:nvSpPr>
          <p:cNvPr id="1896" name="Google Shape;1896;p66"/>
          <p:cNvSpPr txBox="1"/>
          <p:nvPr/>
        </p:nvSpPr>
        <p:spPr>
          <a:xfrm>
            <a:off x="127686" y="2248744"/>
            <a:ext cx="2696740" cy="4848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US" dirty="0">
                <a:solidFill>
                  <a:schemeClr val="dk1"/>
                </a:solidFill>
                <a:latin typeface="Alata"/>
                <a:ea typeface="Alata"/>
                <a:cs typeface="Alata"/>
                <a:sym typeface="Alata"/>
              </a:rPr>
              <a:t>As ice melts, it reflects less sunlight, causing even more heat to be absorbed, speeding up the melting process.</a:t>
            </a:r>
          </a:p>
        </p:txBody>
      </p:sp>
      <p:sp>
        <p:nvSpPr>
          <p:cNvPr id="1898" name="Google Shape;1898;p66"/>
          <p:cNvSpPr txBox="1"/>
          <p:nvPr/>
        </p:nvSpPr>
        <p:spPr>
          <a:xfrm>
            <a:off x="6319685" y="3024225"/>
            <a:ext cx="2976715" cy="5277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US" sz="2200" b="1" dirty="0">
                <a:solidFill>
                  <a:schemeClr val="dk1"/>
                </a:solidFill>
                <a:latin typeface="Manrope"/>
                <a:ea typeface="Manrope"/>
                <a:cs typeface="Manrope"/>
                <a:sym typeface="Manrope"/>
              </a:rPr>
              <a:t>Methane release</a:t>
            </a:r>
          </a:p>
        </p:txBody>
      </p:sp>
      <p:sp>
        <p:nvSpPr>
          <p:cNvPr id="1899" name="Google Shape;1899;p66"/>
          <p:cNvSpPr txBox="1"/>
          <p:nvPr/>
        </p:nvSpPr>
        <p:spPr>
          <a:xfrm>
            <a:off x="6319700" y="3452994"/>
            <a:ext cx="2342385" cy="48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dk1"/>
                </a:solidFill>
                <a:latin typeface="Alata"/>
                <a:ea typeface="Alata"/>
                <a:cs typeface="Alata"/>
                <a:sym typeface="Alata"/>
              </a:rPr>
              <a:t>Melting permafrost releases methane, which further warms the Arctic and causes more ice loss.</a:t>
            </a:r>
          </a:p>
        </p:txBody>
      </p:sp>
      <p:sp>
        <p:nvSpPr>
          <p:cNvPr id="1900" name="Google Shape;1900;p66"/>
          <p:cNvSpPr txBox="1"/>
          <p:nvPr/>
        </p:nvSpPr>
        <p:spPr>
          <a:xfrm>
            <a:off x="-61785" y="1680519"/>
            <a:ext cx="3220995" cy="667156"/>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US" sz="2200" b="1" dirty="0">
                <a:solidFill>
                  <a:schemeClr val="dk1"/>
                </a:solidFill>
                <a:latin typeface="Manrope"/>
                <a:ea typeface="Manrope"/>
                <a:cs typeface="Manrope"/>
                <a:sym typeface="Manrope"/>
              </a:rPr>
              <a:t>Ice-albedo feedback</a:t>
            </a:r>
          </a:p>
        </p:txBody>
      </p:sp>
      <p:sp>
        <p:nvSpPr>
          <p:cNvPr id="1901" name="Google Shape;1901;p66"/>
          <p:cNvSpPr txBox="1">
            <a:spLocks noGrp="1"/>
          </p:cNvSpPr>
          <p:nvPr>
            <p:ph type="title"/>
          </p:nvPr>
        </p:nvSpPr>
        <p:spPr>
          <a:xfrm>
            <a:off x="0" y="84078"/>
            <a:ext cx="9143999" cy="572700"/>
          </a:xfrm>
          <a:prstGeom prst="rect">
            <a:avLst/>
          </a:prstGeom>
        </p:spPr>
        <p:txBody>
          <a:bodyPr spcFirstLastPara="1" wrap="square" lIns="91425" tIns="91425" rIns="91425" bIns="91425" anchor="t" anchorCtr="0">
            <a:noAutofit/>
          </a:bodyPr>
          <a:lstStyle/>
          <a:p>
            <a:r>
              <a:rPr lang="en-US" sz="2400" b="1" dirty="0"/>
              <a:t>Why CO2 and CH4 Are Key to Understanding Arctic Ice Loss</a:t>
            </a:r>
            <a:br>
              <a:rPr lang="en-US" sz="2400" b="1" dirty="0"/>
            </a:br>
            <a:br>
              <a:rPr lang="en-US" sz="2400" b="1" dirty="0"/>
            </a:br>
            <a:r>
              <a:rPr lang="en-US" sz="1800" b="0" dirty="0"/>
              <a:t>The Arctic is warming faster than any other region on Earth. CO2 and CH4 are major greenhouse gases contributing to this rapid warming and the loss of sea ice.</a:t>
            </a:r>
          </a:p>
        </p:txBody>
      </p:sp>
      <p:grpSp>
        <p:nvGrpSpPr>
          <p:cNvPr id="1902" name="Google Shape;1902;p66"/>
          <p:cNvGrpSpPr/>
          <p:nvPr/>
        </p:nvGrpSpPr>
        <p:grpSpPr>
          <a:xfrm>
            <a:off x="3290572" y="1925461"/>
            <a:ext cx="2594742" cy="5260461"/>
            <a:chOff x="1463325" y="2079500"/>
            <a:chExt cx="516675" cy="1047525"/>
          </a:xfrm>
        </p:grpSpPr>
        <p:sp>
          <p:nvSpPr>
            <p:cNvPr id="1903" name="Google Shape;1903;p66"/>
            <p:cNvSpPr/>
            <p:nvPr/>
          </p:nvSpPr>
          <p:spPr>
            <a:xfrm>
              <a:off x="1463325" y="2079500"/>
              <a:ext cx="516675" cy="523975"/>
            </a:xfrm>
            <a:custGeom>
              <a:avLst/>
              <a:gdLst/>
              <a:ahLst/>
              <a:cxnLst/>
              <a:rect l="l" t="t" r="r" b="b"/>
              <a:pathLst>
                <a:path w="20667" h="20959" extrusionOk="0">
                  <a:moveTo>
                    <a:pt x="14013" y="20959"/>
                  </a:moveTo>
                  <a:lnTo>
                    <a:pt x="1" y="20959"/>
                  </a:lnTo>
                  <a:lnTo>
                    <a:pt x="1514" y="19446"/>
                  </a:lnTo>
                  <a:lnTo>
                    <a:pt x="3439" y="18277"/>
                  </a:lnTo>
                  <a:lnTo>
                    <a:pt x="2511" y="11142"/>
                  </a:lnTo>
                  <a:lnTo>
                    <a:pt x="4729" y="6998"/>
                  </a:lnTo>
                  <a:lnTo>
                    <a:pt x="7996" y="7290"/>
                  </a:lnTo>
                  <a:lnTo>
                    <a:pt x="9285" y="2046"/>
                  </a:lnTo>
                  <a:lnTo>
                    <a:pt x="11916" y="0"/>
                  </a:lnTo>
                  <a:lnTo>
                    <a:pt x="14993" y="1703"/>
                  </a:lnTo>
                  <a:lnTo>
                    <a:pt x="15285" y="10849"/>
                  </a:lnTo>
                  <a:lnTo>
                    <a:pt x="16816" y="13016"/>
                  </a:lnTo>
                  <a:lnTo>
                    <a:pt x="17211" y="18672"/>
                  </a:lnTo>
                  <a:lnTo>
                    <a:pt x="19910" y="19446"/>
                  </a:lnTo>
                  <a:lnTo>
                    <a:pt x="20667" y="20959"/>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4" name="Google Shape;1904;p66"/>
            <p:cNvSpPr/>
            <p:nvPr/>
          </p:nvSpPr>
          <p:spPr>
            <a:xfrm>
              <a:off x="1526075" y="2358025"/>
              <a:ext cx="101475" cy="245450"/>
            </a:xfrm>
            <a:custGeom>
              <a:avLst/>
              <a:gdLst/>
              <a:ahLst/>
              <a:cxnLst/>
              <a:rect l="l" t="t" r="r" b="b"/>
              <a:pathLst>
                <a:path w="4059" h="9818" extrusionOk="0">
                  <a:moveTo>
                    <a:pt x="1" y="1"/>
                  </a:moveTo>
                  <a:lnTo>
                    <a:pt x="3611" y="3714"/>
                  </a:lnTo>
                  <a:lnTo>
                    <a:pt x="4058" y="9818"/>
                  </a:lnTo>
                  <a:lnTo>
                    <a:pt x="929" y="7136"/>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5" name="Google Shape;1905;p66"/>
            <p:cNvSpPr/>
            <p:nvPr/>
          </p:nvSpPr>
          <p:spPr>
            <a:xfrm>
              <a:off x="1501150" y="2536400"/>
              <a:ext cx="126400" cy="67075"/>
            </a:xfrm>
            <a:custGeom>
              <a:avLst/>
              <a:gdLst/>
              <a:ahLst/>
              <a:cxnLst/>
              <a:rect l="l" t="t" r="r" b="b"/>
              <a:pathLst>
                <a:path w="5056" h="2683" extrusionOk="0">
                  <a:moveTo>
                    <a:pt x="1" y="1170"/>
                  </a:moveTo>
                  <a:lnTo>
                    <a:pt x="5055" y="2683"/>
                  </a:lnTo>
                  <a:lnTo>
                    <a:pt x="192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6" name="Google Shape;1906;p66"/>
            <p:cNvSpPr/>
            <p:nvPr/>
          </p:nvSpPr>
          <p:spPr>
            <a:xfrm>
              <a:off x="1627525" y="2529100"/>
              <a:ext cx="241575" cy="74375"/>
            </a:xfrm>
            <a:custGeom>
              <a:avLst/>
              <a:gdLst/>
              <a:ahLst/>
              <a:cxnLst/>
              <a:rect l="l" t="t" r="r" b="b"/>
              <a:pathLst>
                <a:path w="9663" h="2975" extrusionOk="0">
                  <a:moveTo>
                    <a:pt x="0" y="2975"/>
                  </a:moveTo>
                  <a:lnTo>
                    <a:pt x="5434" y="0"/>
                  </a:lnTo>
                  <a:lnTo>
                    <a:pt x="9405" y="1943"/>
                  </a:lnTo>
                  <a:lnTo>
                    <a:pt x="9663" y="2975"/>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7" name="Google Shape;1907;p66"/>
            <p:cNvSpPr/>
            <p:nvPr/>
          </p:nvSpPr>
          <p:spPr>
            <a:xfrm>
              <a:off x="1616350" y="2450875"/>
              <a:ext cx="147025" cy="152600"/>
            </a:xfrm>
            <a:custGeom>
              <a:avLst/>
              <a:gdLst/>
              <a:ahLst/>
              <a:cxnLst/>
              <a:rect l="l" t="t" r="r" b="b"/>
              <a:pathLst>
                <a:path w="5881" h="6104" extrusionOk="0">
                  <a:moveTo>
                    <a:pt x="5881" y="3129"/>
                  </a:moveTo>
                  <a:lnTo>
                    <a:pt x="4883" y="207"/>
                  </a:lnTo>
                  <a:lnTo>
                    <a:pt x="0" y="0"/>
                  </a:lnTo>
                  <a:lnTo>
                    <a:pt x="447" y="610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8" name="Google Shape;1908;p66"/>
            <p:cNvSpPr/>
            <p:nvPr/>
          </p:nvSpPr>
          <p:spPr>
            <a:xfrm>
              <a:off x="1663200" y="2130650"/>
              <a:ext cx="32250" cy="247175"/>
            </a:xfrm>
            <a:custGeom>
              <a:avLst/>
              <a:gdLst/>
              <a:ahLst/>
              <a:cxnLst/>
              <a:rect l="l" t="t" r="r" b="b"/>
              <a:pathLst>
                <a:path w="1290" h="9887" extrusionOk="0">
                  <a:moveTo>
                    <a:pt x="1" y="5244"/>
                  </a:moveTo>
                  <a:cubicBezTo>
                    <a:pt x="1" y="5244"/>
                    <a:pt x="1290" y="9886"/>
                    <a:pt x="1256" y="9783"/>
                  </a:cubicBezTo>
                  <a:cubicBezTo>
                    <a:pt x="1221" y="9663"/>
                    <a:pt x="1290" y="0"/>
                    <a:pt x="1290" y="0"/>
                  </a:cubicBezTo>
                  <a:lnTo>
                    <a:pt x="1" y="5244"/>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9" name="Google Shape;1909;p66"/>
            <p:cNvSpPr/>
            <p:nvPr/>
          </p:nvSpPr>
          <p:spPr>
            <a:xfrm>
              <a:off x="1761200" y="2079500"/>
              <a:ext cx="84275" cy="271250"/>
            </a:xfrm>
            <a:custGeom>
              <a:avLst/>
              <a:gdLst/>
              <a:ahLst/>
              <a:cxnLst/>
              <a:rect l="l" t="t" r="r" b="b"/>
              <a:pathLst>
                <a:path w="3371" h="10850" extrusionOk="0">
                  <a:moveTo>
                    <a:pt x="1" y="0"/>
                  </a:moveTo>
                  <a:lnTo>
                    <a:pt x="87" y="8442"/>
                  </a:lnTo>
                  <a:lnTo>
                    <a:pt x="1032" y="568"/>
                  </a:lnTo>
                  <a:lnTo>
                    <a:pt x="1926" y="1066"/>
                  </a:lnTo>
                  <a:lnTo>
                    <a:pt x="3370" y="10849"/>
                  </a:lnTo>
                  <a:lnTo>
                    <a:pt x="3078" y="1703"/>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0" name="Google Shape;1910;p66"/>
            <p:cNvSpPr/>
            <p:nvPr/>
          </p:nvSpPr>
          <p:spPr>
            <a:xfrm>
              <a:off x="1526075" y="2254450"/>
              <a:ext cx="90300" cy="196450"/>
            </a:xfrm>
            <a:custGeom>
              <a:avLst/>
              <a:gdLst/>
              <a:ahLst/>
              <a:cxnLst/>
              <a:rect l="l" t="t" r="r" b="b"/>
              <a:pathLst>
                <a:path w="3612" h="7858" extrusionOk="0">
                  <a:moveTo>
                    <a:pt x="2219" y="0"/>
                  </a:moveTo>
                  <a:lnTo>
                    <a:pt x="3611" y="7857"/>
                  </a:lnTo>
                  <a:lnTo>
                    <a:pt x="1" y="4144"/>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1" name="Google Shape;1911;p66"/>
            <p:cNvSpPr/>
            <p:nvPr/>
          </p:nvSpPr>
          <p:spPr>
            <a:xfrm>
              <a:off x="1738425" y="2290550"/>
              <a:ext cx="107050" cy="165500"/>
            </a:xfrm>
            <a:custGeom>
              <a:avLst/>
              <a:gdLst/>
              <a:ahLst/>
              <a:cxnLst/>
              <a:rect l="l" t="t" r="r" b="b"/>
              <a:pathLst>
                <a:path w="4282" h="6620" extrusionOk="0">
                  <a:moveTo>
                    <a:pt x="0" y="6620"/>
                  </a:moveTo>
                  <a:lnTo>
                    <a:pt x="998" y="0"/>
                  </a:lnTo>
                  <a:lnTo>
                    <a:pt x="4281" y="2407"/>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2" name="Google Shape;1912;p66"/>
            <p:cNvSpPr/>
            <p:nvPr/>
          </p:nvSpPr>
          <p:spPr>
            <a:xfrm>
              <a:off x="1738425" y="2350725"/>
              <a:ext cx="145300" cy="178400"/>
            </a:xfrm>
            <a:custGeom>
              <a:avLst/>
              <a:gdLst/>
              <a:ahLst/>
              <a:cxnLst/>
              <a:rect l="l" t="t" r="r" b="b"/>
              <a:pathLst>
                <a:path w="5812" h="7136" extrusionOk="0">
                  <a:moveTo>
                    <a:pt x="998" y="7135"/>
                  </a:moveTo>
                  <a:lnTo>
                    <a:pt x="5812" y="2167"/>
                  </a:lnTo>
                  <a:lnTo>
                    <a:pt x="4281" y="0"/>
                  </a:lnTo>
                  <a:lnTo>
                    <a:pt x="0" y="4213"/>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3" name="Google Shape;1913;p66"/>
            <p:cNvSpPr/>
            <p:nvPr/>
          </p:nvSpPr>
          <p:spPr>
            <a:xfrm>
              <a:off x="1832125" y="2404875"/>
              <a:ext cx="61500" cy="172825"/>
            </a:xfrm>
            <a:custGeom>
              <a:avLst/>
              <a:gdLst/>
              <a:ahLst/>
              <a:cxnLst/>
              <a:rect l="l" t="t" r="r" b="b"/>
              <a:pathLst>
                <a:path w="2460" h="6913" extrusionOk="0">
                  <a:moveTo>
                    <a:pt x="1221" y="6912"/>
                  </a:moveTo>
                  <a:lnTo>
                    <a:pt x="2459" y="5657"/>
                  </a:lnTo>
                  <a:lnTo>
                    <a:pt x="2064" y="1"/>
                  </a:lnTo>
                  <a:lnTo>
                    <a:pt x="0" y="6328"/>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4" name="Google Shape;1914;p66"/>
            <p:cNvSpPr/>
            <p:nvPr/>
          </p:nvSpPr>
          <p:spPr>
            <a:xfrm>
              <a:off x="1763350" y="2404875"/>
              <a:ext cx="120375" cy="158200"/>
            </a:xfrm>
            <a:custGeom>
              <a:avLst/>
              <a:gdLst/>
              <a:ahLst/>
              <a:cxnLst/>
              <a:rect l="l" t="t" r="r" b="b"/>
              <a:pathLst>
                <a:path w="4815" h="6328" extrusionOk="0">
                  <a:moveTo>
                    <a:pt x="2751" y="6328"/>
                  </a:moveTo>
                  <a:lnTo>
                    <a:pt x="1" y="4969"/>
                  </a:lnTo>
                  <a:lnTo>
                    <a:pt x="481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5" name="Google Shape;1915;p66"/>
            <p:cNvSpPr/>
            <p:nvPr/>
          </p:nvSpPr>
          <p:spPr>
            <a:xfrm>
              <a:off x="1862650" y="2546300"/>
              <a:ext cx="98450" cy="31400"/>
            </a:xfrm>
            <a:custGeom>
              <a:avLst/>
              <a:gdLst/>
              <a:ahLst/>
              <a:cxnLst/>
              <a:rect l="l" t="t" r="r" b="b"/>
              <a:pathLst>
                <a:path w="3938" h="1256" extrusionOk="0">
                  <a:moveTo>
                    <a:pt x="0" y="1255"/>
                  </a:moveTo>
                  <a:lnTo>
                    <a:pt x="3937" y="774"/>
                  </a:lnTo>
                  <a:lnTo>
                    <a:pt x="123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6" name="Google Shape;1916;p66"/>
            <p:cNvSpPr/>
            <p:nvPr/>
          </p:nvSpPr>
          <p:spPr>
            <a:xfrm>
              <a:off x="1616350" y="2416050"/>
              <a:ext cx="122100" cy="40000"/>
            </a:xfrm>
            <a:custGeom>
              <a:avLst/>
              <a:gdLst/>
              <a:ahLst/>
              <a:cxnLst/>
              <a:rect l="l" t="t" r="r" b="b"/>
              <a:pathLst>
                <a:path w="4884" h="1600" extrusionOk="0">
                  <a:moveTo>
                    <a:pt x="0" y="1393"/>
                  </a:moveTo>
                  <a:lnTo>
                    <a:pt x="2511" y="1"/>
                  </a:lnTo>
                  <a:lnTo>
                    <a:pt x="4883" y="160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1917;p66"/>
            <p:cNvSpPr/>
            <p:nvPr/>
          </p:nvSpPr>
          <p:spPr>
            <a:xfrm>
              <a:off x="1463325" y="2603450"/>
              <a:ext cx="516675" cy="523575"/>
            </a:xfrm>
            <a:custGeom>
              <a:avLst/>
              <a:gdLst/>
              <a:ahLst/>
              <a:cxnLst/>
              <a:rect l="l" t="t" r="r" b="b"/>
              <a:pathLst>
                <a:path w="20667" h="20943" extrusionOk="0">
                  <a:moveTo>
                    <a:pt x="757" y="1514"/>
                  </a:moveTo>
                  <a:lnTo>
                    <a:pt x="3439" y="2270"/>
                  </a:lnTo>
                  <a:lnTo>
                    <a:pt x="3852" y="7927"/>
                  </a:lnTo>
                  <a:lnTo>
                    <a:pt x="5365" y="10093"/>
                  </a:lnTo>
                  <a:lnTo>
                    <a:pt x="5657" y="19257"/>
                  </a:lnTo>
                  <a:lnTo>
                    <a:pt x="6826" y="19893"/>
                  </a:lnTo>
                  <a:lnTo>
                    <a:pt x="6826" y="19893"/>
                  </a:lnTo>
                  <a:lnTo>
                    <a:pt x="7720" y="20375"/>
                  </a:lnTo>
                  <a:lnTo>
                    <a:pt x="7720" y="20375"/>
                  </a:lnTo>
                  <a:lnTo>
                    <a:pt x="8752" y="20942"/>
                  </a:lnTo>
                  <a:lnTo>
                    <a:pt x="11383" y="18913"/>
                  </a:lnTo>
                  <a:lnTo>
                    <a:pt x="12672" y="13652"/>
                  </a:lnTo>
                  <a:lnTo>
                    <a:pt x="15939" y="13944"/>
                  </a:lnTo>
                  <a:lnTo>
                    <a:pt x="18157" y="9801"/>
                  </a:lnTo>
                  <a:lnTo>
                    <a:pt x="17211" y="2683"/>
                  </a:lnTo>
                  <a:lnTo>
                    <a:pt x="19154" y="1514"/>
                  </a:lnTo>
                  <a:lnTo>
                    <a:pt x="20667" y="1"/>
                  </a:lnTo>
                  <a:lnTo>
                    <a:pt x="14099" y="1"/>
                  </a:lnTo>
                  <a:lnTo>
                    <a:pt x="6654" y="1"/>
                  </a:lnTo>
                  <a:lnTo>
                    <a:pt x="4437" y="1"/>
                  </a:lnTo>
                  <a:lnTo>
                    <a:pt x="1" y="1"/>
                  </a:lnTo>
                  <a:close/>
                </a:path>
              </a:pathLst>
            </a:custGeom>
            <a:solidFill>
              <a:srgbClr val="36A3D2">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918" name="Google Shape;1918;p66"/>
          <p:cNvCxnSpPr>
            <a:cxnSpLocks/>
            <a:stCxn id="1900" idx="3"/>
          </p:cNvCxnSpPr>
          <p:nvPr/>
        </p:nvCxnSpPr>
        <p:spPr>
          <a:xfrm>
            <a:off x="3159210" y="2014097"/>
            <a:ext cx="1320204" cy="261728"/>
          </a:xfrm>
          <a:prstGeom prst="bentConnector3">
            <a:avLst>
              <a:gd name="adj1" fmla="val 50000"/>
            </a:avLst>
          </a:prstGeom>
          <a:noFill/>
          <a:ln w="9525" cap="flat" cmpd="sng">
            <a:solidFill>
              <a:schemeClr val="dk1"/>
            </a:solidFill>
            <a:prstDash val="solid"/>
            <a:round/>
            <a:headEnd type="oval" w="med" len="med"/>
            <a:tailEnd type="oval" w="med" len="med"/>
          </a:ln>
        </p:spPr>
      </p:cxnSp>
      <p:cxnSp>
        <p:nvCxnSpPr>
          <p:cNvPr id="1921" name="Google Shape;1921;p66"/>
          <p:cNvCxnSpPr>
            <a:cxnSpLocks/>
            <a:endCxn id="1898" idx="1"/>
          </p:cNvCxnSpPr>
          <p:nvPr/>
        </p:nvCxnSpPr>
        <p:spPr>
          <a:xfrm flipV="1">
            <a:off x="5083686" y="3288075"/>
            <a:ext cx="1235999" cy="752400"/>
          </a:xfrm>
          <a:prstGeom prst="bentConnector3">
            <a:avLst>
              <a:gd name="adj1" fmla="val 50000"/>
            </a:avLst>
          </a:prstGeom>
          <a:noFill/>
          <a:ln w="9525" cap="flat" cmpd="sng">
            <a:solidFill>
              <a:schemeClr val="dk1"/>
            </a:solidFill>
            <a:prstDash val="solid"/>
            <a:round/>
            <a:headEnd type="oval" w="med" len="med"/>
            <a:tailEnd type="oval" w="med" len="med"/>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25"/>
        <p:cNvGrpSpPr/>
        <p:nvPr/>
      </p:nvGrpSpPr>
      <p:grpSpPr>
        <a:xfrm>
          <a:off x="0" y="0"/>
          <a:ext cx="0" cy="0"/>
          <a:chOff x="0" y="0"/>
          <a:chExt cx="0" cy="0"/>
        </a:xfrm>
      </p:grpSpPr>
      <p:sp>
        <p:nvSpPr>
          <p:cNvPr id="1826" name="Google Shape;1826;p63"/>
          <p:cNvSpPr txBox="1">
            <a:spLocks noGrp="1"/>
          </p:cNvSpPr>
          <p:nvPr>
            <p:ph type="title"/>
          </p:nvPr>
        </p:nvSpPr>
        <p:spPr>
          <a:xfrm>
            <a:off x="-1" y="129951"/>
            <a:ext cx="9143999" cy="887774"/>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2800" dirty="0"/>
              <a:t>Tracking CO2, CH4, and Arctic Ice Loss Through History</a:t>
            </a:r>
            <a:endParaRPr sz="2800" dirty="0"/>
          </a:p>
        </p:txBody>
      </p:sp>
      <p:sp>
        <p:nvSpPr>
          <p:cNvPr id="1827" name="Google Shape;1827;p63"/>
          <p:cNvSpPr txBox="1"/>
          <p:nvPr/>
        </p:nvSpPr>
        <p:spPr>
          <a:xfrm flipH="1">
            <a:off x="720000" y="2082199"/>
            <a:ext cx="1861200" cy="384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lang="en-US" sz="2200" b="1" dirty="0">
              <a:solidFill>
                <a:schemeClr val="dk1"/>
              </a:solidFill>
              <a:latin typeface="Manrope"/>
              <a:ea typeface="Manrope"/>
              <a:cs typeface="Manrope"/>
              <a:sym typeface="Manrope"/>
            </a:endParaRPr>
          </a:p>
        </p:txBody>
      </p:sp>
      <p:sp>
        <p:nvSpPr>
          <p:cNvPr id="1828" name="Google Shape;1828;p63"/>
          <p:cNvSpPr txBox="1"/>
          <p:nvPr/>
        </p:nvSpPr>
        <p:spPr>
          <a:xfrm flipH="1">
            <a:off x="509334" y="2139471"/>
            <a:ext cx="2393901" cy="571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200" dirty="0">
                <a:solidFill>
                  <a:schemeClr val="dk1"/>
                </a:solidFill>
                <a:latin typeface="Alata"/>
                <a:ea typeface="Alata"/>
                <a:cs typeface="Alata"/>
                <a:sym typeface="Alata"/>
              </a:rPr>
              <a:t>CO2: 280 ppm, CH4: 700 ppb, stable climate and sea ice.</a:t>
            </a:r>
          </a:p>
        </p:txBody>
      </p:sp>
      <p:sp>
        <p:nvSpPr>
          <p:cNvPr id="1831" name="Google Shape;1831;p63"/>
          <p:cNvSpPr txBox="1"/>
          <p:nvPr/>
        </p:nvSpPr>
        <p:spPr>
          <a:xfrm flipH="1">
            <a:off x="302269" y="1533485"/>
            <a:ext cx="2808029" cy="384900"/>
          </a:xfrm>
          <a:prstGeom prst="rect">
            <a:avLst/>
          </a:prstGeom>
          <a:noFill/>
          <a:ln>
            <a:noFill/>
          </a:ln>
        </p:spPr>
        <p:txBody>
          <a:bodyPr spcFirstLastPara="1" wrap="square" lIns="91425" tIns="91425" rIns="91425" bIns="91425" anchor="t" anchorCtr="0">
            <a:noAutofit/>
          </a:bodyPr>
          <a:lstStyle/>
          <a:p>
            <a:pPr algn="ctr"/>
            <a:r>
              <a:rPr lang="en-US" sz="1600" b="1" dirty="0">
                <a:solidFill>
                  <a:schemeClr val="dk1"/>
                </a:solidFill>
                <a:latin typeface="Manrope"/>
              </a:rPr>
              <a:t>Pre-Industrial Era (Before 1800s)</a:t>
            </a:r>
            <a:endParaRPr lang="en-US" sz="1600" b="1" dirty="0">
              <a:solidFill>
                <a:schemeClr val="dk1"/>
              </a:solidFill>
              <a:latin typeface="Manrope"/>
              <a:sym typeface="Manrope"/>
            </a:endParaRPr>
          </a:p>
        </p:txBody>
      </p:sp>
      <p:grpSp>
        <p:nvGrpSpPr>
          <p:cNvPr id="1835" name="Google Shape;1835;p63"/>
          <p:cNvGrpSpPr/>
          <p:nvPr/>
        </p:nvGrpSpPr>
        <p:grpSpPr>
          <a:xfrm>
            <a:off x="1504200" y="2748050"/>
            <a:ext cx="292800" cy="292800"/>
            <a:chOff x="5492100" y="1375575"/>
            <a:chExt cx="292800" cy="292800"/>
          </a:xfrm>
        </p:grpSpPr>
        <p:sp>
          <p:nvSpPr>
            <p:cNvPr id="1836" name="Google Shape;1836;p63"/>
            <p:cNvSpPr/>
            <p:nvPr/>
          </p:nvSpPr>
          <p:spPr>
            <a:xfrm>
              <a:off x="5492100" y="1375575"/>
              <a:ext cx="292800" cy="292800"/>
            </a:xfrm>
            <a:prstGeom prst="ellipse">
              <a:avLst/>
            </a:prstGeom>
            <a:solidFill>
              <a:srgbClr val="36A3D2">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63"/>
            <p:cNvSpPr/>
            <p:nvPr/>
          </p:nvSpPr>
          <p:spPr>
            <a:xfrm>
              <a:off x="5541800" y="1425275"/>
              <a:ext cx="193500" cy="1935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38" name="Google Shape;1838;p63"/>
          <p:cNvGrpSpPr/>
          <p:nvPr/>
        </p:nvGrpSpPr>
        <p:grpSpPr>
          <a:xfrm>
            <a:off x="2963900" y="2748050"/>
            <a:ext cx="292800" cy="292800"/>
            <a:chOff x="5492100" y="1375575"/>
            <a:chExt cx="292800" cy="292800"/>
          </a:xfrm>
        </p:grpSpPr>
        <p:sp>
          <p:nvSpPr>
            <p:cNvPr id="1839" name="Google Shape;1839;p63"/>
            <p:cNvSpPr/>
            <p:nvPr/>
          </p:nvSpPr>
          <p:spPr>
            <a:xfrm>
              <a:off x="5492100" y="1375575"/>
              <a:ext cx="292800" cy="292800"/>
            </a:xfrm>
            <a:prstGeom prst="ellipse">
              <a:avLst/>
            </a:prstGeom>
            <a:solidFill>
              <a:srgbClr val="36A3D2">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0" name="Google Shape;1840;p63"/>
            <p:cNvSpPr/>
            <p:nvPr/>
          </p:nvSpPr>
          <p:spPr>
            <a:xfrm>
              <a:off x="5541800" y="1425275"/>
              <a:ext cx="193500" cy="1935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41" name="Google Shape;1841;p63"/>
          <p:cNvGrpSpPr/>
          <p:nvPr/>
        </p:nvGrpSpPr>
        <p:grpSpPr>
          <a:xfrm>
            <a:off x="4423600" y="2748050"/>
            <a:ext cx="292800" cy="292800"/>
            <a:chOff x="5492100" y="1375575"/>
            <a:chExt cx="292800" cy="292800"/>
          </a:xfrm>
        </p:grpSpPr>
        <p:sp>
          <p:nvSpPr>
            <p:cNvPr id="1842" name="Google Shape;1842;p63"/>
            <p:cNvSpPr/>
            <p:nvPr/>
          </p:nvSpPr>
          <p:spPr>
            <a:xfrm>
              <a:off x="5492100" y="1375575"/>
              <a:ext cx="292800" cy="292800"/>
            </a:xfrm>
            <a:prstGeom prst="ellipse">
              <a:avLst/>
            </a:prstGeom>
            <a:solidFill>
              <a:srgbClr val="36A3D2">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3" name="Google Shape;1843;p63"/>
            <p:cNvSpPr/>
            <p:nvPr/>
          </p:nvSpPr>
          <p:spPr>
            <a:xfrm>
              <a:off x="5541800" y="1425275"/>
              <a:ext cx="193500" cy="1935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44" name="Google Shape;1844;p63"/>
          <p:cNvGrpSpPr/>
          <p:nvPr/>
        </p:nvGrpSpPr>
        <p:grpSpPr>
          <a:xfrm>
            <a:off x="5883300" y="2748050"/>
            <a:ext cx="292800" cy="292800"/>
            <a:chOff x="5492100" y="1375575"/>
            <a:chExt cx="292800" cy="292800"/>
          </a:xfrm>
        </p:grpSpPr>
        <p:sp>
          <p:nvSpPr>
            <p:cNvPr id="1845" name="Google Shape;1845;p63"/>
            <p:cNvSpPr/>
            <p:nvPr/>
          </p:nvSpPr>
          <p:spPr>
            <a:xfrm>
              <a:off x="5492100" y="1375575"/>
              <a:ext cx="292800" cy="292800"/>
            </a:xfrm>
            <a:prstGeom prst="ellipse">
              <a:avLst/>
            </a:prstGeom>
            <a:solidFill>
              <a:srgbClr val="36A3D2">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6" name="Google Shape;1846;p63"/>
            <p:cNvSpPr/>
            <p:nvPr/>
          </p:nvSpPr>
          <p:spPr>
            <a:xfrm>
              <a:off x="5541800" y="1425275"/>
              <a:ext cx="193500" cy="1935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47" name="Google Shape;1847;p63"/>
          <p:cNvGrpSpPr/>
          <p:nvPr/>
        </p:nvGrpSpPr>
        <p:grpSpPr>
          <a:xfrm>
            <a:off x="7343000" y="2731450"/>
            <a:ext cx="292800" cy="292800"/>
            <a:chOff x="5492100" y="1375575"/>
            <a:chExt cx="292800" cy="292800"/>
          </a:xfrm>
        </p:grpSpPr>
        <p:sp>
          <p:nvSpPr>
            <p:cNvPr id="1848" name="Google Shape;1848;p63"/>
            <p:cNvSpPr/>
            <p:nvPr/>
          </p:nvSpPr>
          <p:spPr>
            <a:xfrm>
              <a:off x="5492100" y="1375575"/>
              <a:ext cx="292800" cy="292800"/>
            </a:xfrm>
            <a:prstGeom prst="ellipse">
              <a:avLst/>
            </a:prstGeom>
            <a:solidFill>
              <a:srgbClr val="36A3D2">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9" name="Google Shape;1849;p63"/>
            <p:cNvSpPr/>
            <p:nvPr/>
          </p:nvSpPr>
          <p:spPr>
            <a:xfrm>
              <a:off x="5541800" y="1425275"/>
              <a:ext cx="193500" cy="1935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852" name="Google Shape;1852;p63"/>
          <p:cNvCxnSpPr>
            <a:stCxn id="1837" idx="6"/>
            <a:endCxn id="1840" idx="2"/>
          </p:cNvCxnSpPr>
          <p:nvPr/>
        </p:nvCxnSpPr>
        <p:spPr>
          <a:xfrm>
            <a:off x="1747400" y="2894500"/>
            <a:ext cx="1266300" cy="0"/>
          </a:xfrm>
          <a:prstGeom prst="straightConnector1">
            <a:avLst/>
          </a:prstGeom>
          <a:noFill/>
          <a:ln w="9525" cap="flat" cmpd="sng">
            <a:solidFill>
              <a:schemeClr val="dk1"/>
            </a:solidFill>
            <a:prstDash val="solid"/>
            <a:round/>
            <a:headEnd type="none" w="med" len="med"/>
            <a:tailEnd type="none" w="med" len="med"/>
          </a:ln>
        </p:spPr>
      </p:cxnSp>
      <p:cxnSp>
        <p:nvCxnSpPr>
          <p:cNvPr id="1853" name="Google Shape;1853;p63"/>
          <p:cNvCxnSpPr>
            <a:stCxn id="1840" idx="6"/>
            <a:endCxn id="1843" idx="2"/>
          </p:cNvCxnSpPr>
          <p:nvPr/>
        </p:nvCxnSpPr>
        <p:spPr>
          <a:xfrm>
            <a:off x="3207100" y="2894500"/>
            <a:ext cx="1266300" cy="0"/>
          </a:xfrm>
          <a:prstGeom prst="straightConnector1">
            <a:avLst/>
          </a:prstGeom>
          <a:noFill/>
          <a:ln w="9525" cap="flat" cmpd="sng">
            <a:solidFill>
              <a:schemeClr val="dk1"/>
            </a:solidFill>
            <a:prstDash val="solid"/>
            <a:round/>
            <a:headEnd type="none" w="med" len="med"/>
            <a:tailEnd type="none" w="med" len="med"/>
          </a:ln>
        </p:spPr>
      </p:cxnSp>
      <p:cxnSp>
        <p:nvCxnSpPr>
          <p:cNvPr id="1854" name="Google Shape;1854;p63"/>
          <p:cNvCxnSpPr>
            <a:endCxn id="1846" idx="2"/>
          </p:cNvCxnSpPr>
          <p:nvPr/>
        </p:nvCxnSpPr>
        <p:spPr>
          <a:xfrm>
            <a:off x="4666700" y="2894500"/>
            <a:ext cx="1266300" cy="0"/>
          </a:xfrm>
          <a:prstGeom prst="straightConnector1">
            <a:avLst/>
          </a:prstGeom>
          <a:noFill/>
          <a:ln w="9525" cap="flat" cmpd="sng">
            <a:solidFill>
              <a:schemeClr val="dk1"/>
            </a:solidFill>
            <a:prstDash val="solid"/>
            <a:round/>
            <a:headEnd type="none" w="med" len="med"/>
            <a:tailEnd type="none" w="med" len="med"/>
          </a:ln>
        </p:spPr>
      </p:cxnSp>
      <p:cxnSp>
        <p:nvCxnSpPr>
          <p:cNvPr id="1855" name="Google Shape;1855;p63"/>
          <p:cNvCxnSpPr>
            <a:stCxn id="1846" idx="6"/>
            <a:endCxn id="1848" idx="2"/>
          </p:cNvCxnSpPr>
          <p:nvPr/>
        </p:nvCxnSpPr>
        <p:spPr>
          <a:xfrm rot="10800000" flipH="1">
            <a:off x="6126500" y="2878000"/>
            <a:ext cx="1216500" cy="16500"/>
          </a:xfrm>
          <a:prstGeom prst="straightConnector1">
            <a:avLst/>
          </a:prstGeom>
          <a:noFill/>
          <a:ln w="9525" cap="flat" cmpd="sng">
            <a:solidFill>
              <a:schemeClr val="dk1"/>
            </a:solidFill>
            <a:prstDash val="solid"/>
            <a:round/>
            <a:headEnd type="none" w="med" len="med"/>
            <a:tailEnd type="none" w="med" len="med"/>
          </a:ln>
        </p:spPr>
      </p:cxnSp>
      <p:sp>
        <p:nvSpPr>
          <p:cNvPr id="2" name="Google Shape;1831;p63">
            <a:extLst>
              <a:ext uri="{FF2B5EF4-FFF2-40B4-BE49-F238E27FC236}">
                <a16:creationId xmlns:a16="http://schemas.microsoft.com/office/drawing/2014/main" id="{83829579-2F9A-94D8-2898-56B7137610E3}"/>
              </a:ext>
            </a:extLst>
          </p:cNvPr>
          <p:cNvSpPr txBox="1"/>
          <p:nvPr/>
        </p:nvSpPr>
        <p:spPr>
          <a:xfrm flipH="1">
            <a:off x="1814699" y="3098033"/>
            <a:ext cx="2591198" cy="384900"/>
          </a:xfrm>
          <a:prstGeom prst="rect">
            <a:avLst/>
          </a:prstGeom>
          <a:noFill/>
          <a:ln>
            <a:noFill/>
          </a:ln>
        </p:spPr>
        <p:txBody>
          <a:bodyPr spcFirstLastPara="1" wrap="square" lIns="91425" tIns="91425" rIns="91425" bIns="91425" anchor="t" anchorCtr="0">
            <a:noAutofit/>
          </a:bodyPr>
          <a:lstStyle/>
          <a:p>
            <a:pPr algn="ctr"/>
            <a:r>
              <a:rPr lang="en-US" sz="1600" b="1" dirty="0">
                <a:solidFill>
                  <a:schemeClr val="dk1"/>
                </a:solidFill>
                <a:latin typeface="Manrope"/>
              </a:rPr>
              <a:t>Industrial Revolution (Mid-1800s to Early 1900s)</a:t>
            </a:r>
            <a:endParaRPr lang="en-US" sz="1600" b="1" dirty="0">
              <a:solidFill>
                <a:schemeClr val="dk1"/>
              </a:solidFill>
              <a:latin typeface="Manrope"/>
              <a:sym typeface="Manrope"/>
            </a:endParaRPr>
          </a:p>
        </p:txBody>
      </p:sp>
      <p:sp>
        <p:nvSpPr>
          <p:cNvPr id="5" name="Google Shape;1828;p63">
            <a:extLst>
              <a:ext uri="{FF2B5EF4-FFF2-40B4-BE49-F238E27FC236}">
                <a16:creationId xmlns:a16="http://schemas.microsoft.com/office/drawing/2014/main" id="{2DC1BD7E-EF4F-643D-8B8C-461DE6460EEC}"/>
              </a:ext>
            </a:extLst>
          </p:cNvPr>
          <p:cNvSpPr txBox="1"/>
          <p:nvPr/>
        </p:nvSpPr>
        <p:spPr>
          <a:xfrm flipH="1">
            <a:off x="1913347" y="3889661"/>
            <a:ext cx="2393901" cy="571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200" dirty="0">
                <a:solidFill>
                  <a:schemeClr val="dk1"/>
                </a:solidFill>
                <a:latin typeface="Alata"/>
                <a:ea typeface="Alata"/>
                <a:cs typeface="Alata"/>
                <a:sym typeface="Alata"/>
              </a:rPr>
              <a:t>CO2: 300 ppm, CH4: 800 ppb, early warming signs.</a:t>
            </a:r>
          </a:p>
        </p:txBody>
      </p:sp>
      <p:sp>
        <p:nvSpPr>
          <p:cNvPr id="8" name="Google Shape;1831;p63">
            <a:extLst>
              <a:ext uri="{FF2B5EF4-FFF2-40B4-BE49-F238E27FC236}">
                <a16:creationId xmlns:a16="http://schemas.microsoft.com/office/drawing/2014/main" id="{76D9F291-C54B-B734-40EB-5728AE5CDE8B}"/>
              </a:ext>
            </a:extLst>
          </p:cNvPr>
          <p:cNvSpPr txBox="1"/>
          <p:nvPr/>
        </p:nvSpPr>
        <p:spPr>
          <a:xfrm flipH="1">
            <a:off x="3616808" y="1508854"/>
            <a:ext cx="1906383" cy="384900"/>
          </a:xfrm>
          <a:prstGeom prst="rect">
            <a:avLst/>
          </a:prstGeom>
          <a:noFill/>
          <a:ln>
            <a:noFill/>
          </a:ln>
        </p:spPr>
        <p:txBody>
          <a:bodyPr spcFirstLastPara="1" wrap="square" lIns="91425" tIns="91425" rIns="91425" bIns="91425" anchor="t" anchorCtr="0">
            <a:noAutofit/>
          </a:bodyPr>
          <a:lstStyle/>
          <a:p>
            <a:pPr algn="ctr"/>
            <a:r>
              <a:rPr lang="en-US" sz="1600" b="1" dirty="0">
                <a:solidFill>
                  <a:schemeClr val="dk1"/>
                </a:solidFill>
                <a:latin typeface="Manrope"/>
              </a:rPr>
              <a:t>Post-WWII (1940s to 1980s)</a:t>
            </a:r>
            <a:endParaRPr lang="en-US" sz="1600" b="1" dirty="0">
              <a:solidFill>
                <a:schemeClr val="dk1"/>
              </a:solidFill>
              <a:latin typeface="Manrope"/>
              <a:sym typeface="Manrope"/>
            </a:endParaRPr>
          </a:p>
        </p:txBody>
      </p:sp>
      <p:sp>
        <p:nvSpPr>
          <p:cNvPr id="9" name="Google Shape;1828;p63">
            <a:extLst>
              <a:ext uri="{FF2B5EF4-FFF2-40B4-BE49-F238E27FC236}">
                <a16:creationId xmlns:a16="http://schemas.microsoft.com/office/drawing/2014/main" id="{CA242ECF-BF29-4FA5-8D33-B2B84DF27315}"/>
              </a:ext>
            </a:extLst>
          </p:cNvPr>
          <p:cNvSpPr txBox="1"/>
          <p:nvPr/>
        </p:nvSpPr>
        <p:spPr>
          <a:xfrm flipH="1">
            <a:off x="3428734" y="2068260"/>
            <a:ext cx="2393901" cy="571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200" dirty="0">
                <a:solidFill>
                  <a:schemeClr val="dk1"/>
                </a:solidFill>
                <a:latin typeface="Alata"/>
                <a:ea typeface="Alata"/>
                <a:cs typeface="Alata"/>
                <a:sym typeface="Alata"/>
              </a:rPr>
              <a:t>CO2: 350 ppm, CH4: 1,600 ppb, accelerating ice melt.</a:t>
            </a:r>
          </a:p>
        </p:txBody>
      </p:sp>
      <p:sp>
        <p:nvSpPr>
          <p:cNvPr id="10" name="Google Shape;1831;p63">
            <a:extLst>
              <a:ext uri="{FF2B5EF4-FFF2-40B4-BE49-F238E27FC236}">
                <a16:creationId xmlns:a16="http://schemas.microsoft.com/office/drawing/2014/main" id="{94DA2D56-49DF-59FC-63BC-7177C6F66A6E}"/>
              </a:ext>
            </a:extLst>
          </p:cNvPr>
          <p:cNvSpPr txBox="1"/>
          <p:nvPr/>
        </p:nvSpPr>
        <p:spPr>
          <a:xfrm flipH="1">
            <a:off x="4996990" y="3170800"/>
            <a:ext cx="2065418" cy="384900"/>
          </a:xfrm>
          <a:prstGeom prst="rect">
            <a:avLst/>
          </a:prstGeom>
          <a:noFill/>
          <a:ln>
            <a:noFill/>
          </a:ln>
        </p:spPr>
        <p:txBody>
          <a:bodyPr spcFirstLastPara="1" wrap="square" lIns="91425" tIns="91425" rIns="91425" bIns="91425" anchor="t" anchorCtr="0">
            <a:noAutofit/>
          </a:bodyPr>
          <a:lstStyle/>
          <a:p>
            <a:pPr algn="ctr"/>
            <a:r>
              <a:rPr lang="en-US" sz="1600" b="1" dirty="0">
                <a:solidFill>
                  <a:schemeClr val="dk1"/>
                </a:solidFill>
                <a:latin typeface="Manrope"/>
              </a:rPr>
              <a:t>21st Century (2000s to 2020s):</a:t>
            </a:r>
            <a:endParaRPr lang="en-US" sz="1600" b="1" dirty="0">
              <a:solidFill>
                <a:schemeClr val="dk1"/>
              </a:solidFill>
              <a:latin typeface="Manrope"/>
              <a:sym typeface="Manrope"/>
            </a:endParaRPr>
          </a:p>
        </p:txBody>
      </p:sp>
      <p:sp>
        <p:nvSpPr>
          <p:cNvPr id="11" name="Google Shape;1828;p63">
            <a:extLst>
              <a:ext uri="{FF2B5EF4-FFF2-40B4-BE49-F238E27FC236}">
                <a16:creationId xmlns:a16="http://schemas.microsoft.com/office/drawing/2014/main" id="{29B6FB56-59F9-C3CB-8FC6-DAA2B66374BE}"/>
              </a:ext>
            </a:extLst>
          </p:cNvPr>
          <p:cNvSpPr txBox="1"/>
          <p:nvPr/>
        </p:nvSpPr>
        <p:spPr>
          <a:xfrm flipH="1">
            <a:off x="4832749" y="3889661"/>
            <a:ext cx="2393901" cy="571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200" dirty="0">
                <a:solidFill>
                  <a:schemeClr val="dk1"/>
                </a:solidFill>
                <a:latin typeface="Alata"/>
                <a:ea typeface="Alata"/>
                <a:cs typeface="Alata"/>
                <a:sym typeface="Alata"/>
              </a:rPr>
              <a:t>CO2: 400 ppm, CH4: 1,850 ppb, rapid sea ice loss.</a:t>
            </a:r>
          </a:p>
        </p:txBody>
      </p:sp>
      <p:sp>
        <p:nvSpPr>
          <p:cNvPr id="12" name="Rectangle 1">
            <a:extLst>
              <a:ext uri="{FF2B5EF4-FFF2-40B4-BE49-F238E27FC236}">
                <a16:creationId xmlns:a16="http://schemas.microsoft.com/office/drawing/2014/main" id="{AA820740-614A-C7C9-7115-6FFF323D6BCA}"/>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DE" altLang="en-DE" sz="1800" b="0" i="0" u="none" strike="noStrike" cap="none" normalizeH="0" baseline="0">
                <a:ln>
                  <a:noFill/>
                </a:ln>
                <a:solidFill>
                  <a:schemeClr val="tx1"/>
                </a:solidFill>
                <a:effectLst/>
                <a:latin typeface="Arial" panose="020B0604020202020204" pitchFamily="34" charset="0"/>
              </a:rPr>
              <a:t>CO2: 400 ppm, CH4: 1,850 ppb, rapid sea ice loss.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DE" altLang="en-DE" sz="1800" b="0" i="0" u="none" strike="noStrike" cap="none" normalizeH="0" baseline="0">
              <a:ln>
                <a:noFill/>
              </a:ln>
              <a:solidFill>
                <a:schemeClr val="tx1"/>
              </a:solidFill>
              <a:effectLst/>
              <a:latin typeface="Arial" panose="020B0604020202020204" pitchFamily="34" charset="0"/>
            </a:endParaRPr>
          </a:p>
        </p:txBody>
      </p:sp>
      <p:sp>
        <p:nvSpPr>
          <p:cNvPr id="13" name="Google Shape;1831;p63">
            <a:extLst>
              <a:ext uri="{FF2B5EF4-FFF2-40B4-BE49-F238E27FC236}">
                <a16:creationId xmlns:a16="http://schemas.microsoft.com/office/drawing/2014/main" id="{879C9A3A-329A-FD26-3036-7CF01A546A1B}"/>
              </a:ext>
            </a:extLst>
          </p:cNvPr>
          <p:cNvSpPr txBox="1"/>
          <p:nvPr/>
        </p:nvSpPr>
        <p:spPr>
          <a:xfrm flipH="1">
            <a:off x="6276525" y="1528610"/>
            <a:ext cx="2425749" cy="384900"/>
          </a:xfrm>
          <a:prstGeom prst="rect">
            <a:avLst/>
          </a:prstGeom>
          <a:noFill/>
          <a:ln>
            <a:noFill/>
          </a:ln>
        </p:spPr>
        <p:txBody>
          <a:bodyPr spcFirstLastPara="1" wrap="square" lIns="91425" tIns="91425" rIns="91425" bIns="91425" anchor="t" anchorCtr="0">
            <a:noAutofit/>
          </a:bodyPr>
          <a:lstStyle/>
          <a:p>
            <a:pPr algn="ctr"/>
            <a:r>
              <a:rPr lang="en-US" sz="1600" b="1" dirty="0">
                <a:solidFill>
                  <a:schemeClr val="dk1"/>
                </a:solidFill>
                <a:latin typeface="Manrope"/>
              </a:rPr>
              <a:t>Near Future (2030s and Beyond):</a:t>
            </a:r>
            <a:endParaRPr lang="en-US" sz="1600" b="1" dirty="0">
              <a:solidFill>
                <a:schemeClr val="dk1"/>
              </a:solidFill>
              <a:latin typeface="Manrope"/>
              <a:sym typeface="Manrope"/>
            </a:endParaRPr>
          </a:p>
        </p:txBody>
      </p:sp>
      <p:sp>
        <p:nvSpPr>
          <p:cNvPr id="14" name="Google Shape;1828;p63">
            <a:extLst>
              <a:ext uri="{FF2B5EF4-FFF2-40B4-BE49-F238E27FC236}">
                <a16:creationId xmlns:a16="http://schemas.microsoft.com/office/drawing/2014/main" id="{0D2F2FBE-8E92-36C1-7C98-EE63ADB4601B}"/>
              </a:ext>
            </a:extLst>
          </p:cNvPr>
          <p:cNvSpPr txBox="1"/>
          <p:nvPr/>
        </p:nvSpPr>
        <p:spPr>
          <a:xfrm flipH="1">
            <a:off x="6292448" y="2068260"/>
            <a:ext cx="2393901" cy="571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200" dirty="0">
                <a:solidFill>
                  <a:schemeClr val="dk1"/>
                </a:solidFill>
                <a:latin typeface="Alata"/>
                <a:ea typeface="Alata"/>
                <a:cs typeface="Alata"/>
                <a:sym typeface="Alata"/>
              </a:rPr>
              <a:t>CO2: 450-500 ppm, ice-free Arctic summers by 2050.</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09"/>
        <p:cNvGrpSpPr/>
        <p:nvPr/>
      </p:nvGrpSpPr>
      <p:grpSpPr>
        <a:xfrm>
          <a:off x="0" y="0"/>
          <a:ext cx="0" cy="0"/>
          <a:chOff x="0" y="0"/>
          <a:chExt cx="0" cy="0"/>
        </a:xfrm>
      </p:grpSpPr>
      <p:sp>
        <p:nvSpPr>
          <p:cNvPr id="2110" name="Google Shape;2110;p75"/>
          <p:cNvSpPr txBox="1">
            <a:spLocks noGrp="1"/>
          </p:cNvSpPr>
          <p:nvPr>
            <p:ph type="body" idx="1"/>
          </p:nvPr>
        </p:nvSpPr>
        <p:spPr>
          <a:xfrm>
            <a:off x="1" y="910389"/>
            <a:ext cx="9087852" cy="3777916"/>
          </a:xfrm>
          <a:prstGeom prst="rect">
            <a:avLst/>
          </a:prstGeom>
        </p:spPr>
        <p:txBody>
          <a:bodyPr spcFirstLastPara="1" wrap="square" lIns="91425" tIns="91425" rIns="91425" bIns="91425" anchor="t" anchorCtr="0">
            <a:noAutofit/>
          </a:bodyPr>
          <a:lstStyle/>
          <a:p>
            <a:pPr>
              <a:buClr>
                <a:schemeClr val="tx1"/>
              </a:buClr>
              <a:buFont typeface="Alata" panose="020B0604020202020204" charset="0"/>
              <a:buChar char="►"/>
            </a:pPr>
            <a:r>
              <a:rPr lang="en-DE" dirty="0"/>
              <a:t> </a:t>
            </a:r>
            <a:r>
              <a:rPr lang="en-US" b="1" dirty="0"/>
              <a:t>NSIDC(</a:t>
            </a:r>
            <a:r>
              <a:rPr lang="en-US" dirty="0"/>
              <a:t>National Snow and Ice Data Center</a:t>
            </a:r>
            <a:r>
              <a:rPr lang="en-US" b="1" dirty="0"/>
              <a:t>) Arctic Sea Ice Data</a:t>
            </a:r>
            <a:br>
              <a:rPr lang="en-US" dirty="0"/>
            </a:br>
            <a:r>
              <a:rPr lang="en-DE" dirty="0"/>
              <a:t>🔗 </a:t>
            </a:r>
            <a:r>
              <a:rPr lang="en-US" dirty="0"/>
              <a:t>Link : </a:t>
            </a:r>
            <a:r>
              <a:rPr lang="en-US" dirty="0">
                <a:hlinkClick r:id="rId3"/>
              </a:rPr>
              <a:t>NSIDC – Arctic Sea Ice Extent</a:t>
            </a:r>
            <a:br>
              <a:rPr lang="en-US" dirty="0"/>
            </a:br>
            <a:r>
              <a:rPr lang="en-DE" dirty="0"/>
              <a:t>📊 </a:t>
            </a:r>
            <a:r>
              <a:rPr lang="en-US" dirty="0"/>
              <a:t>Satellite-based records of Arctic sea ice extent, tracking long-term trends and seasonal changes.          Essential for understanding Arctic ice dynamics and their relationship with climate change.</a:t>
            </a:r>
          </a:p>
          <a:p>
            <a:pPr>
              <a:buNone/>
            </a:pPr>
            <a:endParaRPr lang="en-US" dirty="0"/>
          </a:p>
          <a:p>
            <a:pPr>
              <a:buNone/>
            </a:pPr>
            <a:endParaRPr lang="en-US" dirty="0"/>
          </a:p>
          <a:p>
            <a:pPr>
              <a:buFont typeface="Alata" panose="020B0604020202020204" charset="0"/>
              <a:buChar char="►"/>
            </a:pPr>
            <a:r>
              <a:rPr lang="en-US" b="1" dirty="0"/>
              <a:t>NOAA(National Oceanic and Atmospheric Administration) Methane Trends</a:t>
            </a:r>
            <a:br>
              <a:rPr lang="en-US" dirty="0"/>
            </a:br>
            <a:r>
              <a:rPr lang="en-DE" dirty="0"/>
              <a:t>🔗 </a:t>
            </a:r>
            <a:r>
              <a:rPr lang="en-US" dirty="0"/>
              <a:t>Link : </a:t>
            </a:r>
            <a:r>
              <a:rPr lang="en-US" dirty="0">
                <a:hlinkClick r:id="rId4"/>
              </a:rPr>
              <a:t>NOAA Global Monitoring Laboratory – Methane Trends</a:t>
            </a:r>
            <a:br>
              <a:rPr lang="en-US" dirty="0"/>
            </a:br>
            <a:r>
              <a:rPr lang="en-DE" dirty="0"/>
              <a:t>📊 </a:t>
            </a:r>
            <a:r>
              <a:rPr lang="en-US" dirty="0"/>
              <a:t>Global methane concentration data from NOAA’s Global Monitoring Laboratory, showing long-term trends in methane levels. This data helps track global warming potential due to methane but for global emissions.</a:t>
            </a:r>
          </a:p>
          <a:p>
            <a:pPr>
              <a:buNone/>
            </a:pPr>
            <a:endParaRPr lang="en-US" dirty="0"/>
          </a:p>
          <a:p>
            <a:pPr>
              <a:buNone/>
            </a:pPr>
            <a:endParaRPr lang="en-US" dirty="0"/>
          </a:p>
          <a:p>
            <a:pPr>
              <a:buFont typeface="Alata" panose="020B0604020202020204" charset="0"/>
              <a:buChar char="►"/>
            </a:pPr>
            <a:r>
              <a:rPr lang="en-US" b="1" dirty="0"/>
              <a:t>NOAA CO2 Trends</a:t>
            </a:r>
            <a:br>
              <a:rPr lang="en-US" dirty="0"/>
            </a:br>
            <a:r>
              <a:rPr lang="en-US" dirty="0"/>
              <a:t> </a:t>
            </a:r>
            <a:r>
              <a:rPr lang="en-DE" dirty="0"/>
              <a:t>🔗 </a:t>
            </a:r>
            <a:r>
              <a:rPr lang="en-US" dirty="0"/>
              <a:t>Link : </a:t>
            </a:r>
            <a:r>
              <a:rPr lang="en-US" dirty="0">
                <a:hlinkClick r:id="rId5"/>
              </a:rPr>
              <a:t>NOAA Global Monitoring Laboratory – CO2 Trends</a:t>
            </a:r>
            <a:br>
              <a:rPr lang="en-US" dirty="0"/>
            </a:br>
            <a:r>
              <a:rPr lang="en-US" dirty="0"/>
              <a:t> </a:t>
            </a:r>
            <a:r>
              <a:rPr lang="en-DE" dirty="0"/>
              <a:t>📊 </a:t>
            </a:r>
            <a:r>
              <a:rPr lang="en-US" dirty="0"/>
              <a:t>Atmospheric CO₂ concentration data from NOAA, focused on Northern Hemisphere emissions.</a:t>
            </a:r>
            <a:endParaRPr u="sng" dirty="0"/>
          </a:p>
        </p:txBody>
      </p:sp>
      <p:sp>
        <p:nvSpPr>
          <p:cNvPr id="2111" name="Google Shape;2111;p75"/>
          <p:cNvSpPr txBox="1">
            <a:spLocks noGrp="1"/>
          </p:cNvSpPr>
          <p:nvPr>
            <p:ph type="title"/>
          </p:nvPr>
        </p:nvSpPr>
        <p:spPr>
          <a:xfrm>
            <a:off x="1" y="168845"/>
            <a:ext cx="914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800" dirty="0"/>
              <a:t>Datasets Overview - Tracking Climate Variables</a:t>
            </a:r>
            <a:endParaRPr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C0D55-4A52-1047-C597-7E76E0C48BFA}"/>
              </a:ext>
            </a:extLst>
          </p:cNvPr>
          <p:cNvSpPr>
            <a:spLocks noGrp="1"/>
          </p:cNvSpPr>
          <p:nvPr>
            <p:ph type="title"/>
          </p:nvPr>
        </p:nvSpPr>
        <p:spPr>
          <a:xfrm>
            <a:off x="72189" y="116162"/>
            <a:ext cx="9504947" cy="572700"/>
          </a:xfrm>
        </p:spPr>
        <p:txBody>
          <a:bodyPr/>
          <a:lstStyle/>
          <a:p>
            <a:pPr algn="ctr"/>
            <a:r>
              <a:rPr lang="en-US" sz="2800" dirty="0"/>
              <a:t>Data Integration &amp; Adjustment for Northern Hemisphere Methane</a:t>
            </a:r>
            <a:endParaRPr lang="en-DE" sz="2800" dirty="0"/>
          </a:p>
        </p:txBody>
      </p:sp>
      <p:sp>
        <p:nvSpPr>
          <p:cNvPr id="3" name="Text Placeholder 2">
            <a:extLst>
              <a:ext uri="{FF2B5EF4-FFF2-40B4-BE49-F238E27FC236}">
                <a16:creationId xmlns:a16="http://schemas.microsoft.com/office/drawing/2014/main" id="{EFEEAA2A-7F0C-B140-ECE8-A1BBF197A9CD}"/>
              </a:ext>
            </a:extLst>
          </p:cNvPr>
          <p:cNvSpPr>
            <a:spLocks noGrp="1"/>
          </p:cNvSpPr>
          <p:nvPr>
            <p:ph type="body" idx="1"/>
          </p:nvPr>
        </p:nvSpPr>
        <p:spPr>
          <a:xfrm>
            <a:off x="-56093" y="1233058"/>
            <a:ext cx="6959401" cy="3910442"/>
          </a:xfrm>
        </p:spPr>
        <p:txBody>
          <a:bodyPr/>
          <a:lstStyle/>
          <a:p>
            <a:pPr>
              <a:buFont typeface="Alata" panose="020B0604020202020204" charset="0"/>
              <a:buChar char="►"/>
            </a:pPr>
            <a:r>
              <a:rPr lang="en-US" dirty="0"/>
              <a:t>We </a:t>
            </a:r>
            <a:r>
              <a:rPr lang="en-US" b="1" dirty="0"/>
              <a:t>merged</a:t>
            </a:r>
            <a:r>
              <a:rPr lang="en-US" dirty="0"/>
              <a:t> the three datasets (sea ice extent, methane concentrations, and CO₂ levels) into a single time-series table, ensuring all datasets had matching timestamps for consistent analysis. </a:t>
            </a:r>
            <a:r>
              <a:rPr lang="en-US" b="1" dirty="0"/>
              <a:t>Monthly data</a:t>
            </a:r>
            <a:r>
              <a:rPr lang="en-US" dirty="0"/>
              <a:t> was used for all datasets to</a:t>
            </a:r>
            <a:br>
              <a:rPr lang="en-US" dirty="0"/>
            </a:br>
            <a:r>
              <a:rPr lang="en-US" dirty="0"/>
              <a:t>✔ </a:t>
            </a:r>
            <a:r>
              <a:rPr lang="en-US" b="1" dirty="0"/>
              <a:t>Avoid mismatched time intervals</a:t>
            </a:r>
            <a:br>
              <a:rPr lang="en-US" dirty="0"/>
            </a:br>
            <a:r>
              <a:rPr lang="en-US" dirty="0"/>
              <a:t>✔ </a:t>
            </a:r>
            <a:r>
              <a:rPr lang="en-US" b="1" dirty="0"/>
              <a:t>Capture seasonal cycles</a:t>
            </a:r>
            <a:r>
              <a:rPr lang="en-US" dirty="0"/>
              <a:t> of ice extent variations</a:t>
            </a:r>
            <a:br>
              <a:rPr lang="en-US" dirty="0"/>
            </a:br>
            <a:r>
              <a:rPr lang="en-US" dirty="0"/>
              <a:t>✔ </a:t>
            </a:r>
            <a:r>
              <a:rPr lang="en-US" b="1" dirty="0"/>
              <a:t>Improve forecast accuracy</a:t>
            </a:r>
            <a:r>
              <a:rPr lang="en-US" dirty="0"/>
              <a:t> with more data points for predictive models</a:t>
            </a:r>
          </a:p>
          <a:p>
            <a:endParaRPr lang="en-US" b="1" dirty="0"/>
          </a:p>
          <a:p>
            <a:endParaRPr lang="en-US" b="1" dirty="0"/>
          </a:p>
          <a:p>
            <a:pPr>
              <a:buFont typeface="Alata" panose="020B0604020202020204" charset="0"/>
              <a:buChar char="►"/>
            </a:pPr>
            <a:r>
              <a:rPr lang="en-US" b="1" dirty="0"/>
              <a:t>Adjusting Methane for NH </a:t>
            </a:r>
            <a:r>
              <a:rPr lang="en-US" dirty="0"/>
              <a:t>: NOAA provides global methane data, but methane levels in the Northern Hemisphere (NH) are higher due to regional emissions (2-3% higher). In practical terms, NH methane is typically a few dozen ppb higher than the global mean, a result of emission geography. While this difference is persistent, it is time-varying (~10 ppb). Therefore, a simple scaling approach, using a fixed ratio of </a:t>
            </a:r>
            <a:r>
              <a:rPr lang="en-US" b="1" dirty="0"/>
              <a:t>1.025</a:t>
            </a:r>
            <a:r>
              <a:rPr lang="en-US" dirty="0"/>
              <a:t>, was applied to adjust the global methane data for NH conditions.</a:t>
            </a:r>
          </a:p>
          <a:p>
            <a:pPr marL="139700" indent="0">
              <a:buNone/>
            </a:pPr>
            <a:endParaRPr lang="en-US" dirty="0"/>
          </a:p>
        </p:txBody>
      </p:sp>
    </p:spTree>
    <p:extLst>
      <p:ext uri="{BB962C8B-B14F-4D97-AF65-F5344CB8AC3E}">
        <p14:creationId xmlns:p14="http://schemas.microsoft.com/office/powerpoint/2010/main" val="35848118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AD7F3-0256-1978-3612-82CA2727EE7E}"/>
              </a:ext>
            </a:extLst>
          </p:cNvPr>
          <p:cNvSpPr>
            <a:spLocks noGrp="1"/>
          </p:cNvSpPr>
          <p:nvPr>
            <p:ph type="title"/>
          </p:nvPr>
        </p:nvSpPr>
        <p:spPr>
          <a:xfrm>
            <a:off x="222422" y="173176"/>
            <a:ext cx="9646508" cy="572700"/>
          </a:xfrm>
        </p:spPr>
        <p:txBody>
          <a:bodyPr/>
          <a:lstStyle/>
          <a:p>
            <a:r>
              <a:rPr lang="en-US" sz="2800" dirty="0"/>
              <a:t>Forecasting Arctic Ice Loss – Methods &amp; Insights</a:t>
            </a:r>
            <a:endParaRPr lang="en-DE" sz="2800" dirty="0"/>
          </a:p>
        </p:txBody>
      </p:sp>
      <p:sp>
        <p:nvSpPr>
          <p:cNvPr id="3" name="Text Placeholder 2">
            <a:extLst>
              <a:ext uri="{FF2B5EF4-FFF2-40B4-BE49-F238E27FC236}">
                <a16:creationId xmlns:a16="http://schemas.microsoft.com/office/drawing/2014/main" id="{1700A7E5-FE9A-8011-514B-A41DB3DA9651}"/>
              </a:ext>
            </a:extLst>
          </p:cNvPr>
          <p:cNvSpPr>
            <a:spLocks noGrp="1"/>
          </p:cNvSpPr>
          <p:nvPr>
            <p:ph type="body" idx="1"/>
          </p:nvPr>
        </p:nvSpPr>
        <p:spPr>
          <a:xfrm>
            <a:off x="416011" y="1215749"/>
            <a:ext cx="6281351" cy="3710477"/>
          </a:xfrm>
        </p:spPr>
        <p:txBody>
          <a:bodyPr/>
          <a:lstStyle/>
          <a:p>
            <a:pPr marL="139700" indent="0">
              <a:buNone/>
            </a:pPr>
            <a:r>
              <a:rPr lang="en-US" dirty="0"/>
              <a:t>Modeling Approach</a:t>
            </a:r>
          </a:p>
          <a:p>
            <a:pPr marL="139700" indent="0">
              <a:buNone/>
            </a:pPr>
            <a:endParaRPr lang="en-US" dirty="0"/>
          </a:p>
          <a:p>
            <a:pPr>
              <a:buFont typeface="Alata" panose="020B0604020202020204" charset="0"/>
              <a:buChar char="►"/>
            </a:pPr>
            <a:r>
              <a:rPr lang="en-US" b="1" dirty="0"/>
              <a:t>Time-Series Forecasting</a:t>
            </a:r>
            <a:r>
              <a:rPr lang="en-US" dirty="0"/>
              <a:t> : ARIMA models were applied to predict future Arctic sea ice trends based on historical data.</a:t>
            </a:r>
          </a:p>
          <a:p>
            <a:pPr>
              <a:buFont typeface="Alata" panose="020B0604020202020204" charset="0"/>
              <a:buChar char="►"/>
            </a:pPr>
            <a:r>
              <a:rPr lang="en-US" b="1" dirty="0"/>
              <a:t>Correlation Analysis</a:t>
            </a:r>
            <a:r>
              <a:rPr lang="en-US" dirty="0"/>
              <a:t> : We examined the relationship between CO₂ and CH₄ levels and the observed ice loss to understand their impact on Arctic ice.</a:t>
            </a:r>
          </a:p>
          <a:p>
            <a:pPr marL="139700" indent="0">
              <a:buNone/>
            </a:pPr>
            <a:endParaRPr lang="en-US" dirty="0"/>
          </a:p>
          <a:p>
            <a:pPr marL="139700" indent="0">
              <a:buNone/>
            </a:pPr>
            <a:r>
              <a:rPr lang="en-US" dirty="0"/>
              <a:t>Key Insights</a:t>
            </a:r>
          </a:p>
          <a:p>
            <a:pPr marL="139700" indent="0">
              <a:buNone/>
            </a:pPr>
            <a:endParaRPr lang="en-US" dirty="0"/>
          </a:p>
          <a:p>
            <a:pPr>
              <a:buFont typeface="Alata" panose="020B0604020202020204" charset="0"/>
              <a:buChar char="►"/>
            </a:pPr>
            <a:r>
              <a:rPr lang="en-US" b="1" dirty="0"/>
              <a:t>Higher CO₂ and CH₄ levels</a:t>
            </a:r>
            <a:r>
              <a:rPr lang="en-US" dirty="0"/>
              <a:t> will lead to faster ice decline in the Arctic.</a:t>
            </a:r>
          </a:p>
          <a:p>
            <a:pPr>
              <a:buFont typeface="Alata" panose="020B0604020202020204" charset="0"/>
              <a:buChar char="►"/>
            </a:pPr>
            <a:r>
              <a:rPr lang="en-US" b="1" dirty="0"/>
              <a:t>Correlation heatmap</a:t>
            </a:r>
            <a:r>
              <a:rPr lang="en-US" dirty="0"/>
              <a:t> shows a strong negative relationship between greenhouse gases and extent.</a:t>
            </a:r>
          </a:p>
          <a:p>
            <a:pPr>
              <a:buFont typeface="Alata" panose="020B0604020202020204" charset="0"/>
              <a:buChar char="►"/>
            </a:pPr>
            <a:r>
              <a:rPr lang="en-US" b="1" dirty="0"/>
              <a:t>Seasonal decomposition</a:t>
            </a:r>
            <a:r>
              <a:rPr lang="en-US" dirty="0"/>
              <a:t> isolates trend, seasonal cycle.</a:t>
            </a:r>
          </a:p>
          <a:p>
            <a:pPr>
              <a:buFont typeface="Alata" panose="020B0604020202020204" charset="0"/>
              <a:buChar char="►"/>
            </a:pPr>
            <a:r>
              <a:rPr lang="en-US" b="1" dirty="0"/>
              <a:t>Boxplot</a:t>
            </a:r>
            <a:r>
              <a:rPr lang="en-US" dirty="0"/>
              <a:t> confirms summer melt vs winter regrowth every year</a:t>
            </a:r>
          </a:p>
          <a:p>
            <a:pPr>
              <a:buFont typeface="Alata" panose="020B0604020202020204" charset="0"/>
              <a:buChar char="►"/>
            </a:pPr>
            <a:r>
              <a:rPr lang="en-US" dirty="0"/>
              <a:t>Ice-free summers could become a reality by the </a:t>
            </a:r>
            <a:r>
              <a:rPr lang="en-US" b="1" dirty="0"/>
              <a:t>2040s to 2050s</a:t>
            </a:r>
            <a:r>
              <a:rPr lang="en-US" dirty="0"/>
              <a:t>, particularly under high-emission scenarios. </a:t>
            </a:r>
          </a:p>
          <a:p>
            <a:endParaRPr lang="en-US" dirty="0"/>
          </a:p>
        </p:txBody>
      </p:sp>
    </p:spTree>
    <p:extLst>
      <p:ext uri="{BB962C8B-B14F-4D97-AF65-F5344CB8AC3E}">
        <p14:creationId xmlns:p14="http://schemas.microsoft.com/office/powerpoint/2010/main" val="3240134799"/>
      </p:ext>
    </p:extLst>
  </p:cSld>
  <p:clrMapOvr>
    <a:masterClrMapping/>
  </p:clrMapOvr>
</p:sld>
</file>

<file path=ppt/theme/theme1.xml><?xml version="1.0" encoding="utf-8"?>
<a:theme xmlns:a="http://schemas.openxmlformats.org/drawingml/2006/main" name="Arctic Climate Change Impacts by Slidesgo">
  <a:themeElements>
    <a:clrScheme name="Simple Light">
      <a:dk1>
        <a:srgbClr val="205F7A"/>
      </a:dk1>
      <a:lt1>
        <a:srgbClr val="F9FCFD"/>
      </a:lt1>
      <a:dk2>
        <a:srgbClr val="E9F8FF"/>
      </a:dk2>
      <a:lt2>
        <a:srgbClr val="BBEBFC"/>
      </a:lt2>
      <a:accent1>
        <a:srgbClr val="95DEFF"/>
      </a:accent1>
      <a:accent2>
        <a:srgbClr val="59C2EF"/>
      </a:accent2>
      <a:accent3>
        <a:srgbClr val="36A3D2"/>
      </a:accent3>
      <a:accent4>
        <a:srgbClr val="FFFFFF"/>
      </a:accent4>
      <a:accent5>
        <a:srgbClr val="FFFFFF"/>
      </a:accent5>
      <a:accent6>
        <a:srgbClr val="FFFFFF"/>
      </a:accent6>
      <a:hlink>
        <a:srgbClr val="205F7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311</TotalTime>
  <Words>777</Words>
  <Application>Microsoft Office PowerPoint</Application>
  <PresentationFormat>On-screen Show (16:9)</PresentationFormat>
  <Paragraphs>66</Paragraphs>
  <Slides>7</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Calibri</vt:lpstr>
      <vt:lpstr>Manrope</vt:lpstr>
      <vt:lpstr>Bebas Neue</vt:lpstr>
      <vt:lpstr>Nunito Light</vt:lpstr>
      <vt:lpstr>Alata</vt:lpstr>
      <vt:lpstr>Arial</vt:lpstr>
      <vt:lpstr>Arctic Climate Change Impacts by Slidesgo</vt:lpstr>
      <vt:lpstr>Predicting Arctic Sea Ice Extent</vt:lpstr>
      <vt:lpstr>Overview</vt:lpstr>
      <vt:lpstr>Why CO2 and CH4 Are Key to Understanding Arctic Ice Loss  The Arctic is warming faster than any other region on Earth. CO2 and CH4 are major greenhouse gases contributing to this rapid warming and the loss of sea ice.</vt:lpstr>
      <vt:lpstr>Tracking CO2, CH4, and Arctic Ice Loss Through History</vt:lpstr>
      <vt:lpstr>Datasets Overview - Tracking Climate Variables</vt:lpstr>
      <vt:lpstr>Data Integration &amp; Adjustment for Northern Hemisphere Methane</vt:lpstr>
      <vt:lpstr>Forecasting Arctic Ice Loss – Methods &amp; Insights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Nitin Krishna</dc:creator>
  <cp:lastModifiedBy>Adwaith Biju Aneescia</cp:lastModifiedBy>
  <cp:revision>6</cp:revision>
  <dcterms:modified xsi:type="dcterms:W3CDTF">2025-03-26T18:59:31Z</dcterms:modified>
</cp:coreProperties>
</file>